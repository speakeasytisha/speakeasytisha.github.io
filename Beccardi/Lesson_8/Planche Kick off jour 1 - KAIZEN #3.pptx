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4"/>
    <p:sldMasterId id="2147483648" r:id="rId5"/>
    <p:sldMasterId id="2147483667" r:id="rId6"/>
    <p:sldMasterId id="2147483707" r:id="rId7"/>
  </p:sldMasterIdLst>
  <p:notesMasterIdLst>
    <p:notesMasterId r:id="rId14"/>
  </p:notesMasterIdLst>
  <p:sldIdLst>
    <p:sldId id="280" r:id="rId8"/>
    <p:sldId id="2147480343" r:id="rId9"/>
    <p:sldId id="2147480389" r:id="rId10"/>
    <p:sldId id="2147480345" r:id="rId11"/>
    <p:sldId id="2147480388" r:id="rId12"/>
    <p:sldId id="2147480390" r:id="rId13"/>
  </p:sldIdLst>
  <p:sldSz cx="12192000" cy="6858000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  <a:srgbClr val="D86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99" dt="2026-09-21T07:40:06.993"/>
    <p1510:client id="{25D274F4-AF47-5B89-9E61-31F7810E0DDE}" v="6" dt="2026-09-21T13:07:57.317"/>
    <p1510:client id="{3682B3CD-D41C-4EAE-AA5A-A55B2E149FD3}" v="13" dt="2026-09-21T13:33:16.307"/>
    <p1510:client id="{8E56F499-50A8-CC86-8C7E-81F855EA4566}" v="1" dt="2026-09-21T09:02:30.839"/>
    <p1510:client id="{D36CE657-11A6-6FF1-629C-581B7E0722B9}" v="6" dt="2026-09-21T07:23:10.6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IN Manuel (SAFRAN AIRCRAFT ENGINES)" userId="0aa32ea2-305c-4974-b1b4-a869918d8f5a" providerId="ADAL" clId="{3CB8A685-EDC9-438E-BC2D-2A70A63E09CB}"/>
    <pc:docChg chg="custSel modSld">
      <pc:chgData name="PAIN Manuel (SAFRAN AIRCRAFT ENGINES)" userId="0aa32ea2-305c-4974-b1b4-a869918d8f5a" providerId="ADAL" clId="{3CB8A685-EDC9-438E-BC2D-2A70A63E09CB}" dt="2026-09-21T13:33:16.307" v="12" actId="1038"/>
      <pc:docMkLst>
        <pc:docMk/>
      </pc:docMkLst>
      <pc:sldChg chg="addSp delSp modSp mod">
        <pc:chgData name="PAIN Manuel (SAFRAN AIRCRAFT ENGINES)" userId="0aa32ea2-305c-4974-b1b4-a869918d8f5a" providerId="ADAL" clId="{3CB8A685-EDC9-438E-BC2D-2A70A63E09CB}" dt="2026-09-21T13:33:16.307" v="12" actId="1038"/>
        <pc:sldMkLst>
          <pc:docMk/>
          <pc:sldMk cId="3314514260" sldId="2147480343"/>
        </pc:sldMkLst>
        <pc:picChg chg="add del mod modCrop">
          <ac:chgData name="PAIN Manuel (SAFRAN AIRCRAFT ENGINES)" userId="0aa32ea2-305c-4974-b1b4-a869918d8f5a" providerId="ADAL" clId="{3CB8A685-EDC9-438E-BC2D-2A70A63E09CB}" dt="2026-09-21T13:32:27.780" v="5" actId="478"/>
          <ac:picMkLst>
            <pc:docMk/>
            <pc:sldMk cId="3314514260" sldId="2147480343"/>
            <ac:picMk id="25" creationId="{B8A082C6-5E47-E60C-64E5-081BE8474AE7}"/>
          </ac:picMkLst>
        </pc:picChg>
        <pc:picChg chg="add mod modCrop">
          <ac:chgData name="PAIN Manuel (SAFRAN AIRCRAFT ENGINES)" userId="0aa32ea2-305c-4974-b1b4-a869918d8f5a" providerId="ADAL" clId="{3CB8A685-EDC9-438E-BC2D-2A70A63E09CB}" dt="2026-09-21T13:33:16.307" v="12" actId="1038"/>
          <ac:picMkLst>
            <pc:docMk/>
            <pc:sldMk cId="3314514260" sldId="2147480343"/>
            <ac:picMk id="27" creationId="{8BC6BE24-1DDE-7CD9-1E7A-6A012106AC31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BAA5D6-EF0B-476C-A403-D45F98431DDC}" type="doc">
      <dgm:prSet loTypeId="urn:microsoft.com/office/officeart/2005/8/layout/process1" loCatId="process" qsTypeId="urn:microsoft.com/office/officeart/2005/8/quickstyle/simple4#1" qsCatId="simple" csTypeId="urn:microsoft.com/office/officeart/2005/8/colors/accent1_2#1" csCatId="accent1" phldr="1"/>
      <dgm:spPr/>
      <dgm:t>
        <a:bodyPr/>
        <a:lstStyle/>
        <a:p>
          <a:endParaRPr lang="fr-FR"/>
        </a:p>
      </dgm:t>
    </dgm:pt>
    <dgm:pt modelId="{A10338A4-8EC0-45A4-ADAA-24F98C05F597}">
      <dgm:prSet phldrT="[Texte]" phldr="0"/>
      <dgm:spPr/>
      <dgm:t>
        <a:bodyPr/>
        <a:lstStyle/>
        <a:p>
          <a:pPr rtl="0"/>
          <a:r>
            <a:rPr lang="fr-FR" err="1">
              <a:latin typeface="Segoe UI Black"/>
            </a:rPr>
            <a:t>Detect</a:t>
          </a:r>
          <a:r>
            <a:rPr lang="fr-FR">
              <a:latin typeface="Segoe UI Black"/>
            </a:rPr>
            <a:t> and </a:t>
          </a:r>
          <a:r>
            <a:rPr lang="fr-FR" err="1">
              <a:latin typeface="Segoe UI Black"/>
            </a:rPr>
            <a:t>create</a:t>
          </a:r>
          <a:r>
            <a:rPr lang="fr-FR">
              <a:latin typeface="Segoe UI Black"/>
            </a:rPr>
            <a:t> NNC</a:t>
          </a:r>
          <a:endParaRPr lang="fr-FR"/>
        </a:p>
      </dgm:t>
    </dgm:pt>
    <dgm:pt modelId="{1C49B919-52E7-4708-8BFD-C470A2D4573E}" type="parTrans" cxnId="{51BDE63A-25C3-44F3-8C28-4C4090EC9727}">
      <dgm:prSet/>
      <dgm:spPr/>
      <dgm:t>
        <a:bodyPr/>
        <a:lstStyle/>
        <a:p>
          <a:endParaRPr lang="fr-FR"/>
        </a:p>
      </dgm:t>
    </dgm:pt>
    <dgm:pt modelId="{AA4EAF97-89C8-4BEB-A35B-0E7B1943D769}" type="sibTrans" cxnId="{51BDE63A-25C3-44F3-8C28-4C4090EC9727}">
      <dgm:prSet/>
      <dgm:spPr/>
      <dgm:t>
        <a:bodyPr/>
        <a:lstStyle/>
        <a:p>
          <a:endParaRPr lang="fr-FR"/>
        </a:p>
      </dgm:t>
    </dgm:pt>
    <dgm:pt modelId="{D20CD7A0-A850-4A0A-911B-C8F87840B890}">
      <dgm:prSet phldrT="[Texte]" phldr="0"/>
      <dgm:spPr/>
      <dgm:t>
        <a:bodyPr/>
        <a:lstStyle/>
        <a:p>
          <a:pPr rtl="0"/>
          <a:r>
            <a:rPr lang="fr-FR" err="1">
              <a:latin typeface="Segoe UI Black"/>
            </a:rPr>
            <a:t>Characterize</a:t>
          </a:r>
          <a:r>
            <a:rPr lang="fr-FR">
              <a:latin typeface="Segoe UI Black"/>
            </a:rPr>
            <a:t> NNC</a:t>
          </a:r>
          <a:endParaRPr lang="fr-FR"/>
        </a:p>
      </dgm:t>
    </dgm:pt>
    <dgm:pt modelId="{B6802DE8-D1C7-4DD0-9D8E-41AFF74A7930}" type="parTrans" cxnId="{42961DEC-9030-4228-BB68-5EF4DB6B6933}">
      <dgm:prSet/>
      <dgm:spPr/>
      <dgm:t>
        <a:bodyPr/>
        <a:lstStyle/>
        <a:p>
          <a:endParaRPr lang="fr-FR"/>
        </a:p>
      </dgm:t>
    </dgm:pt>
    <dgm:pt modelId="{F5B8FFB8-5AA8-4A6B-A8D0-3AE0F3F8C08E}" type="sibTrans" cxnId="{42961DEC-9030-4228-BB68-5EF4DB6B6933}">
      <dgm:prSet/>
      <dgm:spPr/>
      <dgm:t>
        <a:bodyPr/>
        <a:lstStyle/>
        <a:p>
          <a:endParaRPr lang="fr-FR"/>
        </a:p>
      </dgm:t>
    </dgm:pt>
    <dgm:pt modelId="{502A566D-A1EA-4048-BA56-F3911DA00F30}">
      <dgm:prSet phldrT="[Texte]" phldr="0"/>
      <dgm:spPr/>
      <dgm:t>
        <a:bodyPr/>
        <a:lstStyle/>
        <a:p>
          <a:pPr rtl="0"/>
          <a:r>
            <a:rPr lang="fr-FR">
              <a:latin typeface="Segoe UI Black"/>
            </a:rPr>
            <a:t>Analyse NNC</a:t>
          </a:r>
          <a:endParaRPr lang="fr-FR"/>
        </a:p>
      </dgm:t>
    </dgm:pt>
    <dgm:pt modelId="{40064BFE-269C-4753-BCC1-D584D63E4526}" type="parTrans" cxnId="{9A299CEE-DC62-4D84-927D-771EAF032107}">
      <dgm:prSet/>
      <dgm:spPr/>
      <dgm:t>
        <a:bodyPr/>
        <a:lstStyle/>
        <a:p>
          <a:endParaRPr lang="fr-FR"/>
        </a:p>
      </dgm:t>
    </dgm:pt>
    <dgm:pt modelId="{7A9E0445-18F9-433E-BCA7-D4E0D73E1849}" type="sibTrans" cxnId="{9A299CEE-DC62-4D84-927D-771EAF032107}">
      <dgm:prSet/>
      <dgm:spPr/>
      <dgm:t>
        <a:bodyPr/>
        <a:lstStyle/>
        <a:p>
          <a:endParaRPr lang="fr-FR"/>
        </a:p>
      </dgm:t>
    </dgm:pt>
    <dgm:pt modelId="{7BB83164-269E-44BC-A433-09CEB96B3755}">
      <dgm:prSet phldrT="[Texte]" phldr="0"/>
      <dgm:spPr/>
      <dgm:t>
        <a:bodyPr/>
        <a:lstStyle/>
        <a:p>
          <a:pPr rtl="0"/>
          <a:r>
            <a:rPr lang="fr-FR">
              <a:latin typeface="Segoe UI Black"/>
            </a:rPr>
            <a:t>Handle NNC</a:t>
          </a:r>
          <a:endParaRPr lang="fr-FR"/>
        </a:p>
      </dgm:t>
    </dgm:pt>
    <dgm:pt modelId="{9C9B0F71-3F02-4D2F-905E-4DD6B6681E72}" type="parTrans" cxnId="{72FB77DE-8AFB-411E-A6F9-623A0E19BF50}">
      <dgm:prSet/>
      <dgm:spPr/>
      <dgm:t>
        <a:bodyPr/>
        <a:lstStyle/>
        <a:p>
          <a:endParaRPr lang="fr-FR"/>
        </a:p>
      </dgm:t>
    </dgm:pt>
    <dgm:pt modelId="{B9A11068-E62B-4034-A924-22260CF332F9}" type="sibTrans" cxnId="{72FB77DE-8AFB-411E-A6F9-623A0E19BF50}">
      <dgm:prSet/>
      <dgm:spPr/>
      <dgm:t>
        <a:bodyPr/>
        <a:lstStyle/>
        <a:p>
          <a:endParaRPr lang="fr-FR"/>
        </a:p>
      </dgm:t>
    </dgm:pt>
    <dgm:pt modelId="{EF5F018F-6FB4-4AB5-888B-97ABF4EBC659}">
      <dgm:prSet phldrT="[Texte]" phldr="0"/>
      <dgm:spPr/>
      <dgm:t>
        <a:bodyPr/>
        <a:lstStyle/>
        <a:p>
          <a:pPr rtl="0"/>
          <a:r>
            <a:rPr lang="fr-FR">
              <a:latin typeface="Segoe UI Black"/>
            </a:rPr>
            <a:t>Production re-start</a:t>
          </a:r>
          <a:endParaRPr lang="fr-FR"/>
        </a:p>
      </dgm:t>
    </dgm:pt>
    <dgm:pt modelId="{1B384179-7101-4A00-809E-7D0C3EEF716C}" type="parTrans" cxnId="{7A5AD141-9297-4119-AAEE-179DF08675B5}">
      <dgm:prSet/>
      <dgm:spPr/>
      <dgm:t>
        <a:bodyPr/>
        <a:lstStyle/>
        <a:p>
          <a:endParaRPr lang="fr-FR"/>
        </a:p>
      </dgm:t>
    </dgm:pt>
    <dgm:pt modelId="{C8A28F42-C8FA-4207-8F7B-C78AA5FFCF30}" type="sibTrans" cxnId="{7A5AD141-9297-4119-AAEE-179DF08675B5}">
      <dgm:prSet/>
      <dgm:spPr/>
      <dgm:t>
        <a:bodyPr/>
        <a:lstStyle/>
        <a:p>
          <a:endParaRPr lang="fr-FR"/>
        </a:p>
      </dgm:t>
    </dgm:pt>
    <dgm:pt modelId="{6A5BBFCB-B8DA-4AA6-8D3E-F3AA465F3D1A}" type="pres">
      <dgm:prSet presAssocID="{DBBAA5D6-EF0B-476C-A403-D45F98431DDC}" presName="Name0" presStyleCnt="0">
        <dgm:presLayoutVars>
          <dgm:dir/>
          <dgm:resizeHandles val="exact"/>
        </dgm:presLayoutVars>
      </dgm:prSet>
      <dgm:spPr/>
    </dgm:pt>
    <dgm:pt modelId="{6C712C08-AE14-4D1A-A150-9B58DD089799}" type="pres">
      <dgm:prSet presAssocID="{A10338A4-8EC0-45A4-ADAA-24F98C05F597}" presName="node" presStyleLbl="node1" presStyleIdx="0" presStyleCnt="5">
        <dgm:presLayoutVars>
          <dgm:bulletEnabled val="1"/>
        </dgm:presLayoutVars>
      </dgm:prSet>
      <dgm:spPr/>
    </dgm:pt>
    <dgm:pt modelId="{85D58142-CA4A-44CE-B680-278E8CB0CC9D}" type="pres">
      <dgm:prSet presAssocID="{AA4EAF97-89C8-4BEB-A35B-0E7B1943D769}" presName="sibTrans" presStyleLbl="sibTrans2D1" presStyleIdx="0" presStyleCnt="4"/>
      <dgm:spPr/>
    </dgm:pt>
    <dgm:pt modelId="{C063D0C9-3BBF-46E8-9CDA-73DF3A89E6EE}" type="pres">
      <dgm:prSet presAssocID="{AA4EAF97-89C8-4BEB-A35B-0E7B1943D769}" presName="connectorText" presStyleLbl="sibTrans2D1" presStyleIdx="0" presStyleCnt="4"/>
      <dgm:spPr/>
    </dgm:pt>
    <dgm:pt modelId="{6D60031B-65EF-4F85-A595-1AC3060D3AA4}" type="pres">
      <dgm:prSet presAssocID="{D20CD7A0-A850-4A0A-911B-C8F87840B890}" presName="node" presStyleLbl="node1" presStyleIdx="1" presStyleCnt="5">
        <dgm:presLayoutVars>
          <dgm:bulletEnabled val="1"/>
        </dgm:presLayoutVars>
      </dgm:prSet>
      <dgm:spPr/>
    </dgm:pt>
    <dgm:pt modelId="{F3FE8D99-32AE-4962-B25B-46808C053CB6}" type="pres">
      <dgm:prSet presAssocID="{F5B8FFB8-5AA8-4A6B-A8D0-3AE0F3F8C08E}" presName="sibTrans" presStyleLbl="sibTrans2D1" presStyleIdx="1" presStyleCnt="4"/>
      <dgm:spPr/>
    </dgm:pt>
    <dgm:pt modelId="{759D9E41-72A7-4808-8789-1B9BDA3EC247}" type="pres">
      <dgm:prSet presAssocID="{F5B8FFB8-5AA8-4A6B-A8D0-3AE0F3F8C08E}" presName="connectorText" presStyleLbl="sibTrans2D1" presStyleIdx="1" presStyleCnt="4"/>
      <dgm:spPr/>
    </dgm:pt>
    <dgm:pt modelId="{EBAD971E-2BE6-4B12-8CA6-2873D4797A44}" type="pres">
      <dgm:prSet presAssocID="{502A566D-A1EA-4048-BA56-F3911DA00F30}" presName="node" presStyleLbl="node1" presStyleIdx="2" presStyleCnt="5">
        <dgm:presLayoutVars>
          <dgm:bulletEnabled val="1"/>
        </dgm:presLayoutVars>
      </dgm:prSet>
      <dgm:spPr/>
    </dgm:pt>
    <dgm:pt modelId="{8F490B81-09BB-4770-938F-843C7417A2C2}" type="pres">
      <dgm:prSet presAssocID="{7A9E0445-18F9-433E-BCA7-D4E0D73E1849}" presName="sibTrans" presStyleLbl="sibTrans2D1" presStyleIdx="2" presStyleCnt="4"/>
      <dgm:spPr/>
    </dgm:pt>
    <dgm:pt modelId="{31979631-A7D3-4D3F-B125-0C32052EEAEF}" type="pres">
      <dgm:prSet presAssocID="{7A9E0445-18F9-433E-BCA7-D4E0D73E1849}" presName="connectorText" presStyleLbl="sibTrans2D1" presStyleIdx="2" presStyleCnt="4"/>
      <dgm:spPr/>
    </dgm:pt>
    <dgm:pt modelId="{20C2AC64-0C7A-426D-86D6-4CF2C06708A8}" type="pres">
      <dgm:prSet presAssocID="{7BB83164-269E-44BC-A433-09CEB96B3755}" presName="node" presStyleLbl="node1" presStyleIdx="3" presStyleCnt="5">
        <dgm:presLayoutVars>
          <dgm:bulletEnabled val="1"/>
        </dgm:presLayoutVars>
      </dgm:prSet>
      <dgm:spPr/>
    </dgm:pt>
    <dgm:pt modelId="{B3180B27-7BBB-491B-AA3D-3896FEE69144}" type="pres">
      <dgm:prSet presAssocID="{B9A11068-E62B-4034-A924-22260CF332F9}" presName="sibTrans" presStyleLbl="sibTrans2D1" presStyleIdx="3" presStyleCnt="4"/>
      <dgm:spPr/>
    </dgm:pt>
    <dgm:pt modelId="{1FDDDF6C-2D18-4D30-B418-8F6B9BA0379B}" type="pres">
      <dgm:prSet presAssocID="{B9A11068-E62B-4034-A924-22260CF332F9}" presName="connectorText" presStyleLbl="sibTrans2D1" presStyleIdx="3" presStyleCnt="4"/>
      <dgm:spPr/>
    </dgm:pt>
    <dgm:pt modelId="{B8FCF49F-5A15-432D-BF74-AC0DFA5F878E}" type="pres">
      <dgm:prSet presAssocID="{EF5F018F-6FB4-4AB5-888B-97ABF4EBC659}" presName="node" presStyleLbl="node1" presStyleIdx="4" presStyleCnt="5">
        <dgm:presLayoutVars>
          <dgm:bulletEnabled val="1"/>
        </dgm:presLayoutVars>
      </dgm:prSet>
      <dgm:spPr/>
    </dgm:pt>
  </dgm:ptLst>
  <dgm:cxnLst>
    <dgm:cxn modelId="{79FDD610-27D2-4857-B49B-D26E08BDD40C}" type="presOf" srcId="{502A566D-A1EA-4048-BA56-F3911DA00F30}" destId="{EBAD971E-2BE6-4B12-8CA6-2873D4797A44}" srcOrd="0" destOrd="0" presId="urn:microsoft.com/office/officeart/2005/8/layout/process1"/>
    <dgm:cxn modelId="{A3BF0612-4D28-4D37-BC0C-FB422B18B6AA}" type="presOf" srcId="{D20CD7A0-A850-4A0A-911B-C8F87840B890}" destId="{6D60031B-65EF-4F85-A595-1AC3060D3AA4}" srcOrd="0" destOrd="0" presId="urn:microsoft.com/office/officeart/2005/8/layout/process1"/>
    <dgm:cxn modelId="{0D1A9614-23C3-49BE-9D9F-BC96F0630E19}" type="presOf" srcId="{AA4EAF97-89C8-4BEB-A35B-0E7B1943D769}" destId="{85D58142-CA4A-44CE-B680-278E8CB0CC9D}" srcOrd="0" destOrd="0" presId="urn:microsoft.com/office/officeart/2005/8/layout/process1"/>
    <dgm:cxn modelId="{0FA1DF1E-866A-4C66-969C-790018916DB3}" type="presOf" srcId="{B9A11068-E62B-4034-A924-22260CF332F9}" destId="{B3180B27-7BBB-491B-AA3D-3896FEE69144}" srcOrd="0" destOrd="0" presId="urn:microsoft.com/office/officeart/2005/8/layout/process1"/>
    <dgm:cxn modelId="{05CDBC26-B6AE-4EED-83D9-2869C53A5F87}" type="presOf" srcId="{EF5F018F-6FB4-4AB5-888B-97ABF4EBC659}" destId="{B8FCF49F-5A15-432D-BF74-AC0DFA5F878E}" srcOrd="0" destOrd="0" presId="urn:microsoft.com/office/officeart/2005/8/layout/process1"/>
    <dgm:cxn modelId="{35EA8C2D-AFD5-4E5B-A7F0-6738833EE69A}" type="presOf" srcId="{AA4EAF97-89C8-4BEB-A35B-0E7B1943D769}" destId="{C063D0C9-3BBF-46E8-9CDA-73DF3A89E6EE}" srcOrd="1" destOrd="0" presId="urn:microsoft.com/office/officeart/2005/8/layout/process1"/>
    <dgm:cxn modelId="{51BDE63A-25C3-44F3-8C28-4C4090EC9727}" srcId="{DBBAA5D6-EF0B-476C-A403-D45F98431DDC}" destId="{A10338A4-8EC0-45A4-ADAA-24F98C05F597}" srcOrd="0" destOrd="0" parTransId="{1C49B919-52E7-4708-8BFD-C470A2D4573E}" sibTransId="{AA4EAF97-89C8-4BEB-A35B-0E7B1943D769}"/>
    <dgm:cxn modelId="{7A5AD141-9297-4119-AAEE-179DF08675B5}" srcId="{DBBAA5D6-EF0B-476C-A403-D45F98431DDC}" destId="{EF5F018F-6FB4-4AB5-888B-97ABF4EBC659}" srcOrd="4" destOrd="0" parTransId="{1B384179-7101-4A00-809E-7D0C3EEF716C}" sibTransId="{C8A28F42-C8FA-4207-8F7B-C78AA5FFCF30}"/>
    <dgm:cxn modelId="{A5600F4D-BBE1-44D6-85C8-957282700AC1}" type="presOf" srcId="{F5B8FFB8-5AA8-4A6B-A8D0-3AE0F3F8C08E}" destId="{759D9E41-72A7-4808-8789-1B9BDA3EC247}" srcOrd="1" destOrd="0" presId="urn:microsoft.com/office/officeart/2005/8/layout/process1"/>
    <dgm:cxn modelId="{EE70A272-3088-4165-B3CA-47120144F9EE}" type="presOf" srcId="{A10338A4-8EC0-45A4-ADAA-24F98C05F597}" destId="{6C712C08-AE14-4D1A-A150-9B58DD089799}" srcOrd="0" destOrd="0" presId="urn:microsoft.com/office/officeart/2005/8/layout/process1"/>
    <dgm:cxn modelId="{0C845696-E620-4339-AF92-0D3AF9DB81A0}" type="presOf" srcId="{7A9E0445-18F9-433E-BCA7-D4E0D73E1849}" destId="{31979631-A7D3-4D3F-B125-0C32052EEAEF}" srcOrd="1" destOrd="0" presId="urn:microsoft.com/office/officeart/2005/8/layout/process1"/>
    <dgm:cxn modelId="{95A363B4-9698-4764-9930-AE2E56118395}" type="presOf" srcId="{B9A11068-E62B-4034-A924-22260CF332F9}" destId="{1FDDDF6C-2D18-4D30-B418-8F6B9BA0379B}" srcOrd="1" destOrd="0" presId="urn:microsoft.com/office/officeart/2005/8/layout/process1"/>
    <dgm:cxn modelId="{0F5E32B8-94B1-4093-B3C7-C47961DF84D3}" type="presOf" srcId="{F5B8FFB8-5AA8-4A6B-A8D0-3AE0F3F8C08E}" destId="{F3FE8D99-32AE-4962-B25B-46808C053CB6}" srcOrd="0" destOrd="0" presId="urn:microsoft.com/office/officeart/2005/8/layout/process1"/>
    <dgm:cxn modelId="{F2FBEFC6-07AA-4C74-9784-2C86A06673F9}" type="presOf" srcId="{7BB83164-269E-44BC-A433-09CEB96B3755}" destId="{20C2AC64-0C7A-426D-86D6-4CF2C06708A8}" srcOrd="0" destOrd="0" presId="urn:microsoft.com/office/officeart/2005/8/layout/process1"/>
    <dgm:cxn modelId="{7DD376D2-29E0-449F-A6F7-30DBEE01E865}" type="presOf" srcId="{DBBAA5D6-EF0B-476C-A403-D45F98431DDC}" destId="{6A5BBFCB-B8DA-4AA6-8D3E-F3AA465F3D1A}" srcOrd="0" destOrd="0" presId="urn:microsoft.com/office/officeart/2005/8/layout/process1"/>
    <dgm:cxn modelId="{72FB77DE-8AFB-411E-A6F9-623A0E19BF50}" srcId="{DBBAA5D6-EF0B-476C-A403-D45F98431DDC}" destId="{7BB83164-269E-44BC-A433-09CEB96B3755}" srcOrd="3" destOrd="0" parTransId="{9C9B0F71-3F02-4D2F-905E-4DD6B6681E72}" sibTransId="{B9A11068-E62B-4034-A924-22260CF332F9}"/>
    <dgm:cxn modelId="{9027FCEA-9ECB-4BA3-BD1C-4AAEB0BC6946}" type="presOf" srcId="{7A9E0445-18F9-433E-BCA7-D4E0D73E1849}" destId="{8F490B81-09BB-4770-938F-843C7417A2C2}" srcOrd="0" destOrd="0" presId="urn:microsoft.com/office/officeart/2005/8/layout/process1"/>
    <dgm:cxn modelId="{42961DEC-9030-4228-BB68-5EF4DB6B6933}" srcId="{DBBAA5D6-EF0B-476C-A403-D45F98431DDC}" destId="{D20CD7A0-A850-4A0A-911B-C8F87840B890}" srcOrd="1" destOrd="0" parTransId="{B6802DE8-D1C7-4DD0-9D8E-41AFF74A7930}" sibTransId="{F5B8FFB8-5AA8-4A6B-A8D0-3AE0F3F8C08E}"/>
    <dgm:cxn modelId="{9A299CEE-DC62-4D84-927D-771EAF032107}" srcId="{DBBAA5D6-EF0B-476C-A403-D45F98431DDC}" destId="{502A566D-A1EA-4048-BA56-F3911DA00F30}" srcOrd="2" destOrd="0" parTransId="{40064BFE-269C-4753-BCC1-D584D63E4526}" sibTransId="{7A9E0445-18F9-433E-BCA7-D4E0D73E1849}"/>
    <dgm:cxn modelId="{C14AEF24-2C5F-4B96-A40F-590897D4C2F5}" type="presParOf" srcId="{6A5BBFCB-B8DA-4AA6-8D3E-F3AA465F3D1A}" destId="{6C712C08-AE14-4D1A-A150-9B58DD089799}" srcOrd="0" destOrd="0" presId="urn:microsoft.com/office/officeart/2005/8/layout/process1"/>
    <dgm:cxn modelId="{7D6EDE8F-7AC9-4FA0-A9BC-8FF366547DD4}" type="presParOf" srcId="{6A5BBFCB-B8DA-4AA6-8D3E-F3AA465F3D1A}" destId="{85D58142-CA4A-44CE-B680-278E8CB0CC9D}" srcOrd="1" destOrd="0" presId="urn:microsoft.com/office/officeart/2005/8/layout/process1"/>
    <dgm:cxn modelId="{CA659B70-5B2F-4DA4-8FE4-2381900C0814}" type="presParOf" srcId="{85D58142-CA4A-44CE-B680-278E8CB0CC9D}" destId="{C063D0C9-3BBF-46E8-9CDA-73DF3A89E6EE}" srcOrd="0" destOrd="0" presId="urn:microsoft.com/office/officeart/2005/8/layout/process1"/>
    <dgm:cxn modelId="{AD2E238D-C1C4-484C-A91B-D88E1DAB9580}" type="presParOf" srcId="{6A5BBFCB-B8DA-4AA6-8D3E-F3AA465F3D1A}" destId="{6D60031B-65EF-4F85-A595-1AC3060D3AA4}" srcOrd="2" destOrd="0" presId="urn:microsoft.com/office/officeart/2005/8/layout/process1"/>
    <dgm:cxn modelId="{6E888AA2-985F-4A8D-B0C8-BE7331182671}" type="presParOf" srcId="{6A5BBFCB-B8DA-4AA6-8D3E-F3AA465F3D1A}" destId="{F3FE8D99-32AE-4962-B25B-46808C053CB6}" srcOrd="3" destOrd="0" presId="urn:microsoft.com/office/officeart/2005/8/layout/process1"/>
    <dgm:cxn modelId="{6BDCE511-9F09-493F-A621-E7362BA5C446}" type="presParOf" srcId="{F3FE8D99-32AE-4962-B25B-46808C053CB6}" destId="{759D9E41-72A7-4808-8789-1B9BDA3EC247}" srcOrd="0" destOrd="0" presId="urn:microsoft.com/office/officeart/2005/8/layout/process1"/>
    <dgm:cxn modelId="{4B1C7F6B-3F83-402D-B565-B9CB990C97BD}" type="presParOf" srcId="{6A5BBFCB-B8DA-4AA6-8D3E-F3AA465F3D1A}" destId="{EBAD971E-2BE6-4B12-8CA6-2873D4797A44}" srcOrd="4" destOrd="0" presId="urn:microsoft.com/office/officeart/2005/8/layout/process1"/>
    <dgm:cxn modelId="{2754C95B-BDC2-4DDA-8688-5B99E6A4BAD7}" type="presParOf" srcId="{6A5BBFCB-B8DA-4AA6-8D3E-F3AA465F3D1A}" destId="{8F490B81-09BB-4770-938F-843C7417A2C2}" srcOrd="5" destOrd="0" presId="urn:microsoft.com/office/officeart/2005/8/layout/process1"/>
    <dgm:cxn modelId="{5829F8A0-7613-46DE-A302-0DE1F3D9B095}" type="presParOf" srcId="{8F490B81-09BB-4770-938F-843C7417A2C2}" destId="{31979631-A7D3-4D3F-B125-0C32052EEAEF}" srcOrd="0" destOrd="0" presId="urn:microsoft.com/office/officeart/2005/8/layout/process1"/>
    <dgm:cxn modelId="{6FE8662E-5A85-4C62-A622-AA3613E53B81}" type="presParOf" srcId="{6A5BBFCB-B8DA-4AA6-8D3E-F3AA465F3D1A}" destId="{20C2AC64-0C7A-426D-86D6-4CF2C06708A8}" srcOrd="6" destOrd="0" presId="urn:microsoft.com/office/officeart/2005/8/layout/process1"/>
    <dgm:cxn modelId="{CC79118A-4262-4A94-9206-7FD4F6EDC69C}" type="presParOf" srcId="{6A5BBFCB-B8DA-4AA6-8D3E-F3AA465F3D1A}" destId="{B3180B27-7BBB-491B-AA3D-3896FEE69144}" srcOrd="7" destOrd="0" presId="urn:microsoft.com/office/officeart/2005/8/layout/process1"/>
    <dgm:cxn modelId="{C44CFF1F-D2DF-446E-A8E1-49C364A5AA55}" type="presParOf" srcId="{B3180B27-7BBB-491B-AA3D-3896FEE69144}" destId="{1FDDDF6C-2D18-4D30-B418-8F6B9BA0379B}" srcOrd="0" destOrd="0" presId="urn:microsoft.com/office/officeart/2005/8/layout/process1"/>
    <dgm:cxn modelId="{96333FF9-FBDE-4F4E-A67A-740DBC67A1BC}" type="presParOf" srcId="{6A5BBFCB-B8DA-4AA6-8D3E-F3AA465F3D1A}" destId="{B8FCF49F-5A15-432D-BF74-AC0DFA5F878E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712C08-AE14-4D1A-A150-9B58DD089799}">
      <dsp:nvSpPr>
        <dsp:cNvPr id="0" name=""/>
        <dsp:cNvSpPr/>
      </dsp:nvSpPr>
      <dsp:spPr>
        <a:xfrm>
          <a:off x="5668" y="438486"/>
          <a:ext cx="1757172" cy="10543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err="1">
              <a:latin typeface="Segoe UI Black"/>
            </a:rPr>
            <a:t>Detect</a:t>
          </a:r>
          <a:r>
            <a:rPr lang="fr-FR" sz="1900" kern="1200">
              <a:latin typeface="Segoe UI Black"/>
            </a:rPr>
            <a:t> and </a:t>
          </a:r>
          <a:r>
            <a:rPr lang="fr-FR" sz="1900" kern="1200" err="1">
              <a:latin typeface="Segoe UI Black"/>
            </a:rPr>
            <a:t>create</a:t>
          </a:r>
          <a:r>
            <a:rPr lang="fr-FR" sz="1900" kern="1200">
              <a:latin typeface="Segoe UI Black"/>
            </a:rPr>
            <a:t> NNC</a:t>
          </a:r>
          <a:endParaRPr lang="fr-FR" sz="1900" kern="1200"/>
        </a:p>
      </dsp:txBody>
      <dsp:txXfrm>
        <a:off x="36547" y="469365"/>
        <a:ext cx="1695414" cy="992545"/>
      </dsp:txXfrm>
    </dsp:sp>
    <dsp:sp modelId="{85D58142-CA4A-44CE-B680-278E8CB0CC9D}">
      <dsp:nvSpPr>
        <dsp:cNvPr id="0" name=""/>
        <dsp:cNvSpPr/>
      </dsp:nvSpPr>
      <dsp:spPr>
        <a:xfrm>
          <a:off x="1938558" y="747748"/>
          <a:ext cx="372520" cy="43577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1938558" y="834904"/>
        <a:ext cx="260764" cy="261466"/>
      </dsp:txXfrm>
    </dsp:sp>
    <dsp:sp modelId="{6D60031B-65EF-4F85-A595-1AC3060D3AA4}">
      <dsp:nvSpPr>
        <dsp:cNvPr id="0" name=""/>
        <dsp:cNvSpPr/>
      </dsp:nvSpPr>
      <dsp:spPr>
        <a:xfrm>
          <a:off x="2465709" y="438486"/>
          <a:ext cx="1757172" cy="10543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err="1">
              <a:latin typeface="Segoe UI Black"/>
            </a:rPr>
            <a:t>Characterize</a:t>
          </a:r>
          <a:r>
            <a:rPr lang="fr-FR" sz="1900" kern="1200">
              <a:latin typeface="Segoe UI Black"/>
            </a:rPr>
            <a:t> NNC</a:t>
          </a:r>
          <a:endParaRPr lang="fr-FR" sz="1900" kern="1200"/>
        </a:p>
      </dsp:txBody>
      <dsp:txXfrm>
        <a:off x="2496588" y="469365"/>
        <a:ext cx="1695414" cy="992545"/>
      </dsp:txXfrm>
    </dsp:sp>
    <dsp:sp modelId="{F3FE8D99-32AE-4962-B25B-46808C053CB6}">
      <dsp:nvSpPr>
        <dsp:cNvPr id="0" name=""/>
        <dsp:cNvSpPr/>
      </dsp:nvSpPr>
      <dsp:spPr>
        <a:xfrm>
          <a:off x="4398599" y="747748"/>
          <a:ext cx="372520" cy="43577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4398599" y="834904"/>
        <a:ext cx="260764" cy="261466"/>
      </dsp:txXfrm>
    </dsp:sp>
    <dsp:sp modelId="{EBAD971E-2BE6-4B12-8CA6-2873D4797A44}">
      <dsp:nvSpPr>
        <dsp:cNvPr id="0" name=""/>
        <dsp:cNvSpPr/>
      </dsp:nvSpPr>
      <dsp:spPr>
        <a:xfrm>
          <a:off x="4925751" y="438486"/>
          <a:ext cx="1757172" cy="10543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>
              <a:latin typeface="Segoe UI Black"/>
            </a:rPr>
            <a:t>Analyse NNC</a:t>
          </a:r>
          <a:endParaRPr lang="fr-FR" sz="1900" kern="1200"/>
        </a:p>
      </dsp:txBody>
      <dsp:txXfrm>
        <a:off x="4956630" y="469365"/>
        <a:ext cx="1695414" cy="992545"/>
      </dsp:txXfrm>
    </dsp:sp>
    <dsp:sp modelId="{8F490B81-09BB-4770-938F-843C7417A2C2}">
      <dsp:nvSpPr>
        <dsp:cNvPr id="0" name=""/>
        <dsp:cNvSpPr/>
      </dsp:nvSpPr>
      <dsp:spPr>
        <a:xfrm>
          <a:off x="6858640" y="747748"/>
          <a:ext cx="372520" cy="43577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6858640" y="834904"/>
        <a:ext cx="260764" cy="261466"/>
      </dsp:txXfrm>
    </dsp:sp>
    <dsp:sp modelId="{20C2AC64-0C7A-426D-86D6-4CF2C06708A8}">
      <dsp:nvSpPr>
        <dsp:cNvPr id="0" name=""/>
        <dsp:cNvSpPr/>
      </dsp:nvSpPr>
      <dsp:spPr>
        <a:xfrm>
          <a:off x="7385792" y="438486"/>
          <a:ext cx="1757172" cy="10543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>
              <a:latin typeface="Segoe UI Black"/>
            </a:rPr>
            <a:t>Handle NNC</a:t>
          </a:r>
          <a:endParaRPr lang="fr-FR" sz="1900" kern="1200"/>
        </a:p>
      </dsp:txBody>
      <dsp:txXfrm>
        <a:off x="7416671" y="469365"/>
        <a:ext cx="1695414" cy="992545"/>
      </dsp:txXfrm>
    </dsp:sp>
    <dsp:sp modelId="{B3180B27-7BBB-491B-AA3D-3896FEE69144}">
      <dsp:nvSpPr>
        <dsp:cNvPr id="0" name=""/>
        <dsp:cNvSpPr/>
      </dsp:nvSpPr>
      <dsp:spPr>
        <a:xfrm>
          <a:off x="9318682" y="747748"/>
          <a:ext cx="372520" cy="43577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9318682" y="834904"/>
        <a:ext cx="260764" cy="261466"/>
      </dsp:txXfrm>
    </dsp:sp>
    <dsp:sp modelId="{B8FCF49F-5A15-432D-BF74-AC0DFA5F878E}">
      <dsp:nvSpPr>
        <dsp:cNvPr id="0" name=""/>
        <dsp:cNvSpPr/>
      </dsp:nvSpPr>
      <dsp:spPr>
        <a:xfrm>
          <a:off x="9845834" y="438486"/>
          <a:ext cx="1757172" cy="10543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>
              <a:latin typeface="Segoe UI Black"/>
            </a:rPr>
            <a:t>Production re-start</a:t>
          </a:r>
          <a:endParaRPr lang="fr-FR" sz="1900" kern="1200"/>
        </a:p>
      </dsp:txBody>
      <dsp:txXfrm>
        <a:off x="9876713" y="469365"/>
        <a:ext cx="1695414" cy="9925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9201" cy="513789"/>
          </a:xfrm>
          <a:prstGeom prst="rect">
            <a:avLst/>
          </a:prstGeom>
        </p:spPr>
        <p:txBody>
          <a:bodyPr vert="horz" lIns="95116" tIns="47558" rIns="95116" bIns="47558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204" y="1"/>
            <a:ext cx="3079201" cy="513789"/>
          </a:xfrm>
          <a:prstGeom prst="rect">
            <a:avLst/>
          </a:prstGeom>
        </p:spPr>
        <p:txBody>
          <a:bodyPr vert="horz" lIns="95116" tIns="47558" rIns="95116" bIns="47558" rtlCol="0"/>
          <a:lstStyle>
            <a:lvl1pPr algn="r">
              <a:defRPr sz="1200"/>
            </a:lvl1pPr>
          </a:lstStyle>
          <a:p>
            <a:fld id="{92F84CBE-8EF1-4A40-96CB-8655D50838AA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16" tIns="47558" rIns="95116" bIns="47558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10076" y="4925460"/>
            <a:ext cx="5683914" cy="4029621"/>
          </a:xfrm>
          <a:prstGeom prst="rect">
            <a:avLst/>
          </a:prstGeom>
        </p:spPr>
        <p:txBody>
          <a:bodyPr vert="horz" lIns="95116" tIns="47558" rIns="95116" bIns="47558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0825"/>
            <a:ext cx="3079201" cy="513789"/>
          </a:xfrm>
          <a:prstGeom prst="rect">
            <a:avLst/>
          </a:prstGeom>
        </p:spPr>
        <p:txBody>
          <a:bodyPr vert="horz" lIns="95116" tIns="47558" rIns="95116" bIns="47558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204" y="9720825"/>
            <a:ext cx="3079201" cy="513789"/>
          </a:xfrm>
          <a:prstGeom prst="rect">
            <a:avLst/>
          </a:prstGeom>
        </p:spPr>
        <p:txBody>
          <a:bodyPr vert="horz" lIns="95116" tIns="47558" rIns="95116" bIns="47558" rtlCol="0" anchor="b"/>
          <a:lstStyle>
            <a:lvl1pPr algn="r">
              <a:defRPr sz="1200"/>
            </a:lvl1pPr>
          </a:lstStyle>
          <a:p>
            <a:fld id="{9D2E15B7-9F59-4B2F-A143-487E32002F6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9863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OUP COVER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377EA998-C783-46B4-8BD4-7807D686D2D7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75963" y="6162905"/>
            <a:ext cx="1089215" cy="228179"/>
          </a:xfrm>
          <a:prstGeom prst="rect">
            <a:avLst/>
          </a:prstGeom>
        </p:spPr>
      </p:pic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356383"/>
            <a:ext cx="4074896" cy="148432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3466" b="1">
                <a:solidFill>
                  <a:schemeClr val="bg1"/>
                </a:solidFill>
                <a:latin typeface="+mn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da-DK"/>
              <a:t>Lorem ipsum</a:t>
            </a:r>
            <a:br>
              <a:rPr lang="da-DK"/>
            </a:br>
            <a:r>
              <a:rPr lang="da-DK"/>
              <a:t>dolor sit amet</a:t>
            </a:r>
            <a:endParaRPr lang="fr-FR"/>
          </a:p>
        </p:txBody>
      </p:sp>
      <p:sp>
        <p:nvSpPr>
          <p:cNvPr id="26" name="Espace réservé pour une image  11">
            <a:extLst>
              <a:ext uri="{FF2B5EF4-FFF2-40B4-BE49-F238E27FC236}">
                <a16:creationId xmlns:a16="http://schemas.microsoft.com/office/drawing/2014/main" id="{EBB2A290-80EC-4D41-AB7F-4A0708C532A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836901" y="0"/>
            <a:ext cx="7355103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change the picture </a:t>
            </a:r>
            <a:endParaRPr lang="fr-FR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5876289-A5AC-57F9-D74E-A267A584AF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48408" y="338805"/>
            <a:ext cx="2144089" cy="47691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2D7918B-95F6-461E-8D78-0189AACAD879}"/>
              </a:ext>
            </a:extLst>
          </p:cNvPr>
          <p:cNvSpPr/>
          <p:nvPr userDrawn="1"/>
        </p:nvSpPr>
        <p:spPr>
          <a:xfrm>
            <a:off x="383117" y="371831"/>
            <a:ext cx="4074896" cy="5155196"/>
          </a:xfrm>
          <a:prstGeom prst="rect">
            <a:avLst/>
          </a:prstGeom>
          <a:noFill/>
          <a:ln w="5080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</p:spTree>
    <p:extLst>
      <p:ext uri="{BB962C8B-B14F-4D97-AF65-F5344CB8AC3E}">
        <p14:creationId xmlns:p14="http://schemas.microsoft.com/office/powerpoint/2010/main" val="11401023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NY COVER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377EA998-C783-46B4-8BD4-7807D686D2D7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75963" y="6162905"/>
            <a:ext cx="1089215" cy="228179"/>
          </a:xfrm>
          <a:prstGeom prst="rect">
            <a:avLst/>
          </a:prstGeom>
        </p:spPr>
      </p:pic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356383"/>
            <a:ext cx="4074896" cy="148432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3466" b="1">
                <a:solidFill>
                  <a:schemeClr val="bg1"/>
                </a:solidFill>
                <a:latin typeface="+mn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da-DK"/>
              <a:t>Lorem ipsum</a:t>
            </a:r>
            <a:br>
              <a:rPr lang="da-DK"/>
            </a:br>
            <a:r>
              <a:rPr lang="da-DK"/>
              <a:t>dolor sit amet</a:t>
            </a:r>
            <a:endParaRPr lang="fr-FR"/>
          </a:p>
        </p:txBody>
      </p:sp>
      <p:sp>
        <p:nvSpPr>
          <p:cNvPr id="26" name="Espace réservé pour une image  11">
            <a:extLst>
              <a:ext uri="{FF2B5EF4-FFF2-40B4-BE49-F238E27FC236}">
                <a16:creationId xmlns:a16="http://schemas.microsoft.com/office/drawing/2014/main" id="{EBB2A290-80EC-4D41-AB7F-4A0708C532A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836901" y="0"/>
            <a:ext cx="7355103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change the picture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00646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DB1C3F0-4A11-435C-8324-568AE7075BB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change the picture</a:t>
            </a:r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6633A7-0570-4272-9A48-35C8701B3475}"/>
              </a:ext>
            </a:extLst>
          </p:cNvPr>
          <p:cNvSpPr/>
          <p:nvPr userDrawn="1"/>
        </p:nvSpPr>
        <p:spPr>
          <a:xfrm>
            <a:off x="0" y="2393595"/>
            <a:ext cx="12192000" cy="4464408"/>
          </a:xfrm>
          <a:prstGeom prst="rect">
            <a:avLst/>
          </a:prstGeom>
          <a:gradFill flip="none" rotWithShape="1">
            <a:gsLst>
              <a:gs pos="100000">
                <a:schemeClr val="tx2">
                  <a:alpha val="0"/>
                </a:schemeClr>
              </a:gs>
              <a:gs pos="0">
                <a:schemeClr val="accent2">
                  <a:alpha val="57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399"/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9590BB62-E3E4-4D8C-8274-162D53D5B7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1869" y="1918813"/>
            <a:ext cx="10448264" cy="787665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4798" b="1">
                <a:solidFill>
                  <a:schemeClr val="bg1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Lorem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000445AC-A451-4D20-B4D4-455E6F300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2761" y="2610511"/>
            <a:ext cx="10446483" cy="132908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798" b="0" spc="-67" baseline="0">
                <a:solidFill>
                  <a:schemeClr val="bg1"/>
                </a:solidFill>
                <a:latin typeface="+mn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Suspendisse </a:t>
            </a:r>
            <a:r>
              <a:rPr lang="fr-FR" err="1"/>
              <a:t>fermentum</a:t>
            </a:r>
            <a:r>
              <a:rPr lang="fr-FR"/>
              <a:t> </a:t>
            </a:r>
            <a:r>
              <a:rPr lang="fr-FR" err="1"/>
              <a:t>dui</a:t>
            </a:r>
            <a:r>
              <a:rPr lang="fr-FR"/>
              <a:t> ipsum,</a:t>
            </a:r>
            <a:br>
              <a:rPr lang="fr-FR"/>
            </a:br>
            <a:r>
              <a:rPr lang="fr-FR" err="1"/>
              <a:t>vel</a:t>
            </a:r>
            <a:r>
              <a:rPr lang="fr-FR"/>
              <a:t> </a:t>
            </a:r>
            <a:r>
              <a:rPr lang="fr-FR" err="1"/>
              <a:t>tempus</a:t>
            </a:r>
            <a:r>
              <a:rPr lang="fr-FR"/>
              <a:t> </a:t>
            </a:r>
            <a:r>
              <a:rPr lang="fr-FR" err="1"/>
              <a:t>tellus</a:t>
            </a:r>
            <a:r>
              <a:rPr lang="fr-FR"/>
              <a:t> </a:t>
            </a:r>
            <a:r>
              <a:rPr lang="fr-FR" err="1"/>
              <a:t>sagittis</a:t>
            </a:r>
            <a:r>
              <a:rPr lang="fr-FR"/>
              <a:t> non</a:t>
            </a:r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68E7788A-0113-40BF-8A1B-6D5D21A059E8}"/>
              </a:ext>
            </a:extLst>
          </p:cNvPr>
          <p:cNvCxnSpPr>
            <a:cxnSpLocks/>
          </p:cNvCxnSpPr>
          <p:nvPr userDrawn="1"/>
        </p:nvCxnSpPr>
        <p:spPr>
          <a:xfrm>
            <a:off x="675979" y="6347594"/>
            <a:ext cx="0" cy="1846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234F41C3-3665-4CBE-83EB-C63EFB245D7E}"/>
              </a:ext>
            </a:extLst>
          </p:cNvPr>
          <p:cNvSpPr txBox="1"/>
          <p:nvPr userDrawn="1"/>
        </p:nvSpPr>
        <p:spPr>
          <a:xfrm>
            <a:off x="383117" y="6549570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1"/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" name="Espace réservé du numéro de diapositive 13">
            <a:extLst>
              <a:ext uri="{FF2B5EF4-FFF2-40B4-BE49-F238E27FC236}">
                <a16:creationId xmlns:a16="http://schemas.microsoft.com/office/drawing/2014/main" id="{B2A08755-C794-4F4B-90FB-C319F4EB5070}"/>
              </a:ext>
            </a:extLst>
          </p:cNvPr>
          <p:cNvSpPr txBox="1">
            <a:spLocks/>
          </p:cNvSpPr>
          <p:nvPr userDrawn="1"/>
        </p:nvSpPr>
        <p:spPr>
          <a:xfrm>
            <a:off x="400013" y="6357274"/>
            <a:ext cx="251672" cy="16401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1" kern="1200">
                <a:solidFill>
                  <a:schemeClr val="tx2"/>
                </a:solidFill>
                <a:latin typeface="Segoe UI" panose="020B0502040204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85CA73-2D89-4D6A-A923-B574D1DA086D}" type="slidenum">
              <a:rPr lang="fr-FR" sz="1066" smtClean="0">
                <a:solidFill>
                  <a:schemeClr val="bg1"/>
                </a:solidFill>
              </a:rPr>
              <a:pPr/>
              <a:t>‹#›</a:t>
            </a:fld>
            <a:endParaRPr lang="fr-FR" sz="1066">
              <a:solidFill>
                <a:schemeClr val="bg1"/>
              </a:solidFill>
            </a:endParaRPr>
          </a:p>
        </p:txBody>
      </p:sp>
      <p:sp>
        <p:nvSpPr>
          <p:cNvPr id="24" name="fc" descr="  ">
            <a:extLst>
              <a:ext uri="{FF2B5EF4-FFF2-40B4-BE49-F238E27FC236}">
                <a16:creationId xmlns:a16="http://schemas.microsoft.com/office/drawing/2014/main" id="{8F174C34-F654-4FB4-B759-68127139EB0D}"/>
              </a:ext>
            </a:extLst>
          </p:cNvPr>
          <p:cNvSpPr txBox="1"/>
          <p:nvPr userDrawn="1"/>
        </p:nvSpPr>
        <p:spPr>
          <a:xfrm>
            <a:off x="0" y="6431410"/>
            <a:ext cx="12192000" cy="2666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1133" b="0" i="0" u="none" baseline="0">
                <a:solidFill>
                  <a:schemeClr val="bg1"/>
                </a:solidFill>
                <a:latin typeface="Microsoft Sans Serif" panose="020B0604020202020204" pitchFamily="34" charset="0"/>
              </a:rPr>
              <a:t>  </a:t>
            </a:r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6AAFD2D4-64A8-0312-C447-C814DFB0D2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56522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1"/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</p:spTree>
    <p:extLst>
      <p:ext uri="{BB962C8B-B14F-4D97-AF65-F5344CB8AC3E}">
        <p14:creationId xmlns:p14="http://schemas.microsoft.com/office/powerpoint/2010/main" val="2797347376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pour une image  11">
            <a:extLst>
              <a:ext uri="{FF2B5EF4-FFF2-40B4-BE49-F238E27FC236}">
                <a16:creationId xmlns:a16="http://schemas.microsoft.com/office/drawing/2014/main" id="{EBB2A290-80EC-4D41-AB7F-4A0708C532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" y="0"/>
            <a:ext cx="4868189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72875" y="2356383"/>
            <a:ext cx="4479180" cy="2257115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66" b="1">
                <a:solidFill>
                  <a:schemeClr val="accent4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da-DK"/>
              <a:t>Lorem ipsum</a:t>
            </a:r>
            <a:br>
              <a:rPr lang="da-DK"/>
            </a:br>
            <a:r>
              <a:rPr lang="da-DK"/>
              <a:t>dolor sit amet</a:t>
            </a:r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4B52402-2172-43E2-85AB-A27808DD5AA2}"/>
              </a:ext>
            </a:extLst>
          </p:cNvPr>
          <p:cNvGrpSpPr/>
          <p:nvPr userDrawn="1"/>
        </p:nvGrpSpPr>
        <p:grpSpPr>
          <a:xfrm>
            <a:off x="5472878" y="4820994"/>
            <a:ext cx="1327481" cy="95981"/>
            <a:chOff x="479376" y="980728"/>
            <a:chExt cx="995611" cy="72008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E5F475E0-73FC-4EF3-B38B-1BC72D4B02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0C7703-EEE6-4894-8E05-3C55D8780320}"/>
                </a:ext>
              </a:extLst>
            </p:cNvPr>
            <p:cNvSpPr/>
            <p:nvPr userDrawn="1"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D575B653-E75E-4D6F-B409-9D8F0B5143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72876" y="1563148"/>
            <a:ext cx="4479181" cy="681356"/>
          </a:xfrm>
          <a:prstGeom prst="rect">
            <a:avLst/>
          </a:prstGeom>
        </p:spPr>
        <p:txBody>
          <a:bodyPr lIns="0" anchor="b" anchorCtr="0"/>
          <a:lstStyle>
            <a:lvl1pPr marL="0" indent="0" algn="l">
              <a:buNone/>
              <a:defRPr sz="2666" b="0">
                <a:solidFill>
                  <a:schemeClr val="accent1"/>
                </a:solidFill>
              </a:defRPr>
            </a:lvl1pPr>
            <a:lvl2pPr marL="245635" indent="0" algn="ctr">
              <a:buNone/>
              <a:defRPr>
                <a:solidFill>
                  <a:schemeClr val="tx1"/>
                </a:solidFill>
              </a:defRPr>
            </a:lvl2pPr>
            <a:lvl3pPr marL="457387" indent="0" algn="ctr">
              <a:buNone/>
              <a:defRPr>
                <a:solidFill>
                  <a:schemeClr val="tx1"/>
                </a:solidFill>
              </a:defRPr>
            </a:lvl3pPr>
            <a:lvl4pPr marL="1829532" indent="0" algn="ctr">
              <a:buNone/>
              <a:defRPr>
                <a:solidFill>
                  <a:schemeClr val="tx1"/>
                </a:solidFill>
              </a:defRPr>
            </a:lvl4pPr>
            <a:lvl5pPr marL="2439371" indent="0" algn="ctr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err="1"/>
              <a:t>Chapter</a:t>
            </a:r>
            <a:r>
              <a:rPr lang="fr-FR"/>
              <a:t> 01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45DF7EE-7BCF-4102-B7A8-B8F30BEEB4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197296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12">
            <a:extLst>
              <a:ext uri="{FF2B5EF4-FFF2-40B4-BE49-F238E27FC236}">
                <a16:creationId xmlns:a16="http://schemas.microsoft.com/office/drawing/2014/main" id="{7EBF2E1D-D492-4B49-A512-C63AC80F85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53919" y="1913910"/>
            <a:ext cx="440508" cy="2634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1219693" rtl="0" eaLnBrk="1" latinLnBrk="0" hangingPunct="1">
              <a:lnSpc>
                <a:spcPct val="7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lang="en-GB" sz="2399" b="0" i="0" kern="1200" baseline="0" noProof="0" dirty="0">
                <a:gradFill>
                  <a:gsLst>
                    <a:gs pos="0">
                      <a:schemeClr val="accent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GB" noProof="0"/>
              <a:t>|</a:t>
            </a:r>
          </a:p>
        </p:txBody>
      </p:sp>
      <p:sp>
        <p:nvSpPr>
          <p:cNvPr id="10" name="Espace réservé du texte 18">
            <a:extLst>
              <a:ext uri="{FF2B5EF4-FFF2-40B4-BE49-F238E27FC236}">
                <a16:creationId xmlns:a16="http://schemas.microsoft.com/office/drawing/2014/main" id="{2E95906C-5CA5-4BA3-A292-15C1688840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03543" y="2222198"/>
            <a:ext cx="3908308" cy="24922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3FB003D9-D2CB-43AC-8422-454FDA1FEB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003544" y="1486421"/>
            <a:ext cx="641685" cy="41024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01</a:t>
            </a:r>
          </a:p>
        </p:txBody>
      </p:sp>
      <p:sp>
        <p:nvSpPr>
          <p:cNvPr id="12" name="Espace réservé du texte 12">
            <a:extLst>
              <a:ext uri="{FF2B5EF4-FFF2-40B4-BE49-F238E27FC236}">
                <a16:creationId xmlns:a16="http://schemas.microsoft.com/office/drawing/2014/main" id="{88B6B1E0-5651-4B71-B828-F03662BF48E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153919" y="3479760"/>
            <a:ext cx="440508" cy="2634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1219693" rtl="0" eaLnBrk="1" latinLnBrk="0" hangingPunct="1">
              <a:lnSpc>
                <a:spcPct val="7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lang="en-GB" sz="2399" b="0" i="0" kern="1200" baseline="0" noProof="0" dirty="0">
                <a:gradFill>
                  <a:gsLst>
                    <a:gs pos="0">
                      <a:schemeClr val="accent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GB" noProof="0"/>
              <a:t>|</a:t>
            </a:r>
          </a:p>
        </p:txBody>
      </p:sp>
      <p:sp>
        <p:nvSpPr>
          <p:cNvPr id="13" name="Espace réservé du texte 18">
            <a:extLst>
              <a:ext uri="{FF2B5EF4-FFF2-40B4-BE49-F238E27FC236}">
                <a16:creationId xmlns:a16="http://schemas.microsoft.com/office/drawing/2014/main" id="{A97D576F-69C8-42FE-B023-2F464A71D43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003543" y="3788048"/>
            <a:ext cx="3908308" cy="24922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90896ABD-2DB8-45E3-9D11-DFC204093E2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003544" y="3052271"/>
            <a:ext cx="641685" cy="41024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02</a:t>
            </a:r>
          </a:p>
        </p:txBody>
      </p:sp>
      <p:sp>
        <p:nvSpPr>
          <p:cNvPr id="15" name="Espace réservé du texte 12">
            <a:extLst>
              <a:ext uri="{FF2B5EF4-FFF2-40B4-BE49-F238E27FC236}">
                <a16:creationId xmlns:a16="http://schemas.microsoft.com/office/drawing/2014/main" id="{2A997D23-2302-4814-A181-1BB59782BF2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153919" y="5054074"/>
            <a:ext cx="440508" cy="2634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1219693" rtl="0" eaLnBrk="1" latinLnBrk="0" hangingPunct="1">
              <a:lnSpc>
                <a:spcPct val="7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lang="en-GB" sz="2399" b="0" i="0" kern="1200" baseline="0" noProof="0" dirty="0">
                <a:gradFill>
                  <a:gsLst>
                    <a:gs pos="0">
                      <a:schemeClr val="accent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GB" noProof="0"/>
              <a:t>|</a:t>
            </a:r>
          </a:p>
        </p:txBody>
      </p:sp>
      <p:sp>
        <p:nvSpPr>
          <p:cNvPr id="16" name="Espace réservé du texte 18">
            <a:extLst>
              <a:ext uri="{FF2B5EF4-FFF2-40B4-BE49-F238E27FC236}">
                <a16:creationId xmlns:a16="http://schemas.microsoft.com/office/drawing/2014/main" id="{31915861-BEA1-4BE2-9820-FD61F69BEE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003543" y="5362362"/>
            <a:ext cx="3908308" cy="24922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6D4CAEA7-9180-42FB-8D51-9E432AEC85D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003544" y="4626585"/>
            <a:ext cx="641685" cy="41024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03</a:t>
            </a:r>
          </a:p>
        </p:txBody>
      </p:sp>
      <p:sp>
        <p:nvSpPr>
          <p:cNvPr id="18" name="Espace réservé du texte 12">
            <a:extLst>
              <a:ext uri="{FF2B5EF4-FFF2-40B4-BE49-F238E27FC236}">
                <a16:creationId xmlns:a16="http://schemas.microsoft.com/office/drawing/2014/main" id="{2F7A1BBB-6777-4A51-9BE8-A09C47FEE28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630159" y="1913910"/>
            <a:ext cx="440508" cy="2634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1219693" rtl="0" eaLnBrk="1" latinLnBrk="0" hangingPunct="1">
              <a:lnSpc>
                <a:spcPct val="7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lang="en-GB" sz="2399" b="0" i="0" kern="1200" baseline="0" noProof="0" dirty="0">
                <a:gradFill>
                  <a:gsLst>
                    <a:gs pos="0">
                      <a:schemeClr val="accent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GB" noProof="0"/>
              <a:t>|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A6FE8267-9C90-4C1D-AB2F-3D28E1DF52E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79783" y="2222198"/>
            <a:ext cx="3908308" cy="24922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E2D8F071-1674-4659-8AE2-EA5C61295D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79784" y="1486421"/>
            <a:ext cx="641685" cy="41024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04</a:t>
            </a:r>
          </a:p>
        </p:txBody>
      </p:sp>
      <p:sp>
        <p:nvSpPr>
          <p:cNvPr id="21" name="Espace réservé du texte 12">
            <a:extLst>
              <a:ext uri="{FF2B5EF4-FFF2-40B4-BE49-F238E27FC236}">
                <a16:creationId xmlns:a16="http://schemas.microsoft.com/office/drawing/2014/main" id="{CD515270-43AC-4900-A0A6-28051461CCE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30159" y="3479760"/>
            <a:ext cx="440508" cy="2634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1219693" rtl="0" eaLnBrk="1" latinLnBrk="0" hangingPunct="1">
              <a:lnSpc>
                <a:spcPct val="7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lang="en-GB" sz="2399" b="0" i="0" kern="1200" baseline="0" noProof="0" dirty="0">
                <a:gradFill>
                  <a:gsLst>
                    <a:gs pos="0">
                      <a:schemeClr val="accent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GB" noProof="0"/>
              <a:t>|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AD482873-8F59-44F9-AA47-AE7E0A0790E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79783" y="3788048"/>
            <a:ext cx="3908308" cy="24922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A7A143B4-4E3D-4D1B-9C7D-F703929996F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79784" y="3052271"/>
            <a:ext cx="641685" cy="41024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05</a:t>
            </a:r>
          </a:p>
        </p:txBody>
      </p:sp>
      <p:sp>
        <p:nvSpPr>
          <p:cNvPr id="24" name="Espace réservé du texte 12">
            <a:extLst>
              <a:ext uri="{FF2B5EF4-FFF2-40B4-BE49-F238E27FC236}">
                <a16:creationId xmlns:a16="http://schemas.microsoft.com/office/drawing/2014/main" id="{482FD671-50B7-4243-BDE4-41F913FEFBA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630159" y="5054074"/>
            <a:ext cx="440508" cy="2634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1219693" rtl="0" eaLnBrk="1" latinLnBrk="0" hangingPunct="1">
              <a:lnSpc>
                <a:spcPct val="7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lang="en-GB" sz="2399" b="0" i="0" kern="1200" baseline="0" noProof="0" dirty="0">
                <a:gradFill>
                  <a:gsLst>
                    <a:gs pos="0">
                      <a:schemeClr val="accent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GB" noProof="0"/>
              <a:t>|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12B75139-0488-42FE-B16B-FF5E9C38C1A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479783" y="5362362"/>
            <a:ext cx="3908308" cy="24922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6" name="Espace réservé du texte 12">
            <a:extLst>
              <a:ext uri="{FF2B5EF4-FFF2-40B4-BE49-F238E27FC236}">
                <a16:creationId xmlns:a16="http://schemas.microsoft.com/office/drawing/2014/main" id="{F732F2DD-7975-4E7B-872E-ACE4E87EDB1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479784" y="4626585"/>
            <a:ext cx="641685" cy="41024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06</a:t>
            </a:r>
          </a:p>
        </p:txBody>
      </p:sp>
      <p:sp>
        <p:nvSpPr>
          <p:cNvPr id="27" name="Espace réservé du pied de page 4">
            <a:extLst>
              <a:ext uri="{FF2B5EF4-FFF2-40B4-BE49-F238E27FC236}">
                <a16:creationId xmlns:a16="http://schemas.microsoft.com/office/drawing/2014/main" id="{9451413B-5451-2984-8B2D-A6F9405B1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43826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4EFD501-9C62-09B5-E4B0-8E84360A9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here to add a title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73445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43826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14E6BA19-6303-EEAE-18EC-0686F94CE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83122" y="1335205"/>
            <a:ext cx="11425767" cy="482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997890B-37E7-8259-D78C-BF631660D3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here to add a title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6313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43826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F4275CF-95CE-BCA6-96E1-1283473E8A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/>
          <a:lstStyle/>
          <a:p>
            <a:pPr lvl="0"/>
            <a:r>
              <a:rPr lang="en-US"/>
              <a:t>Click here to add text 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23B65914-3E95-9769-13F1-60E51F6D22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here to add a title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32071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x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269925D1-628C-E93F-77A3-4DE682A3F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43826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6D25C1-890B-ED1E-6440-92771002D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22" y="1335210"/>
            <a:ext cx="5589593" cy="4828743"/>
          </a:xfrm>
        </p:spPr>
        <p:txBody>
          <a:bodyPr/>
          <a:lstStyle/>
          <a:p>
            <a:pPr lvl="0"/>
            <a:r>
              <a:rPr lang="en-US"/>
              <a:t>Click here to add text 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29E26E9A-C805-DCE0-08BF-2C21126FE1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4" y="1335210"/>
            <a:ext cx="5589593" cy="4828743"/>
          </a:xfrm>
        </p:spPr>
        <p:txBody>
          <a:bodyPr/>
          <a:lstStyle/>
          <a:p>
            <a:pPr lvl="0"/>
            <a:r>
              <a:rPr lang="en-US"/>
              <a:t>Click here to add text 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4B16523A-4AD0-A96D-0800-80397CFCB5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here to add a title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08109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Righ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938C6CF-C92A-455E-BDA8-BA47D4918DE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3122" y="1335210"/>
            <a:ext cx="5589593" cy="48287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3B1F21EB-8662-8C41-3C0A-0F605CB04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43826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9937D288-187B-EB20-26BD-8AE9EF0D63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4" y="1335210"/>
            <a:ext cx="5589593" cy="4828743"/>
          </a:xfrm>
        </p:spPr>
        <p:txBody>
          <a:bodyPr/>
          <a:lstStyle/>
          <a:p>
            <a:pPr lvl="0"/>
            <a:r>
              <a:rPr lang="en-US"/>
              <a:t>Click here to add text 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37F4F235-2A80-ED78-F243-42232E82CA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here to add a title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45025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Lef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70F129C2-FC0F-5D79-D2F5-A76CFCFB2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43826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334235F4-E084-4D43-897B-04A08BB526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22" y="1335210"/>
            <a:ext cx="5589593" cy="4828743"/>
          </a:xfrm>
        </p:spPr>
        <p:txBody>
          <a:bodyPr/>
          <a:lstStyle/>
          <a:p>
            <a:pPr lvl="0"/>
            <a:r>
              <a:rPr lang="en-US"/>
              <a:t>Click here to add text 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5" name="Espace réservé pour une image  3">
            <a:extLst>
              <a:ext uri="{FF2B5EF4-FFF2-40B4-BE49-F238E27FC236}">
                <a16:creationId xmlns:a16="http://schemas.microsoft.com/office/drawing/2014/main" id="{C268BE82-0714-E903-B117-67474D65C0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19294" y="1335210"/>
            <a:ext cx="5589593" cy="48287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5A2D9CA7-2B0F-B5F6-B7BE-C1724F788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here to add a title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272949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2xLINE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22FFB576-0FA5-59F3-D870-10CB8194A3A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83122" y="1766609"/>
            <a:ext cx="11425767" cy="4397338"/>
          </a:xfrm>
        </p:spPr>
        <p:txBody>
          <a:bodyPr/>
          <a:lstStyle/>
          <a:p>
            <a:pPr lvl="0"/>
            <a:r>
              <a:rPr lang="en-US"/>
              <a:t>Click here to add text 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7926FA-4C37-4337-A48F-C1E3BB67A08D}"/>
              </a:ext>
            </a:extLst>
          </p:cNvPr>
          <p:cNvSpPr/>
          <p:nvPr userDrawn="1"/>
        </p:nvSpPr>
        <p:spPr>
          <a:xfrm>
            <a:off x="187569" y="800050"/>
            <a:ext cx="1800664" cy="331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F9FFDC42-125C-4054-A929-D2AEC3063789}"/>
              </a:ext>
            </a:extLst>
          </p:cNvPr>
          <p:cNvGrpSpPr/>
          <p:nvPr userDrawn="1"/>
        </p:nvGrpSpPr>
        <p:grpSpPr>
          <a:xfrm>
            <a:off x="393640" y="1325789"/>
            <a:ext cx="1327481" cy="95981"/>
            <a:chOff x="479376" y="980728"/>
            <a:chExt cx="995611" cy="72008"/>
          </a:xfrm>
        </p:grpSpPr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680F81FB-0C3F-4ACC-8152-C73B0FC424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F322F3-DC27-4466-81D1-86ACB0ECF7A9}"/>
                </a:ext>
              </a:extLst>
            </p:cNvPr>
            <p:cNvSpPr/>
            <p:nvPr userDrawn="1"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79525850-0777-A6EE-F419-D78308D93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43826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3" name="Titre 3">
            <a:extLst>
              <a:ext uri="{FF2B5EF4-FFF2-40B4-BE49-F238E27FC236}">
                <a16:creationId xmlns:a16="http://schemas.microsoft.com/office/drawing/2014/main" id="{C6FA6E55-EA4D-A8DF-F753-DCA7CCF6FE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35" y="274576"/>
            <a:ext cx="11413296" cy="985224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here </a:t>
            </a:r>
            <a:br>
              <a:rPr lang="en-US"/>
            </a:br>
            <a:r>
              <a:rPr lang="en-US"/>
              <a:t>to add a title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4670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BLOC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43826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579404-282D-4B0E-A99F-DB85776D4D8E}"/>
              </a:ext>
            </a:extLst>
          </p:cNvPr>
          <p:cNvSpPr/>
          <p:nvPr userDrawn="1"/>
        </p:nvSpPr>
        <p:spPr>
          <a:xfrm>
            <a:off x="383120" y="5560884"/>
            <a:ext cx="11425765" cy="609412"/>
          </a:xfrm>
          <a:prstGeom prst="rect">
            <a:avLst/>
          </a:prstGeom>
          <a:gradFill flip="none" rotWithShape="1">
            <a:gsLst>
              <a:gs pos="0">
                <a:srgbClr val="122A57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6675F3D-A583-1C52-1FED-53EA7A7003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120" y="5872252"/>
            <a:ext cx="11425765" cy="221471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 algn="ctr">
              <a:buNone/>
              <a:defRPr sz="1599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9358AD63-E459-F89D-5CFD-8811589D16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20" y="5624985"/>
            <a:ext cx="11425765" cy="221471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 algn="ctr">
              <a:buNone/>
              <a:defRPr sz="1599" b="1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E985D512-F1DF-82F8-FA06-06866434FD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83122" y="1335205"/>
            <a:ext cx="11425767" cy="4162198"/>
          </a:xfrm>
        </p:spPr>
        <p:txBody>
          <a:bodyPr/>
          <a:lstStyle/>
          <a:p>
            <a:pPr lvl="0"/>
            <a:r>
              <a:rPr lang="en-US"/>
              <a:t>Click here to add text 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0A79AE0B-A2E8-E52E-80C2-F4AA1277B7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here to add a title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03067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wered by Tru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43826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CDE4E2B4-BAF4-F24A-FE22-73FA145D02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6251" y="1857420"/>
            <a:ext cx="3619500" cy="27931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41DE8A4-EE7A-6F57-AF4F-8DA5A5AB6DCA}"/>
              </a:ext>
            </a:extLst>
          </p:cNvPr>
          <p:cNvSpPr/>
          <p:nvPr userDrawn="1"/>
        </p:nvSpPr>
        <p:spPr>
          <a:xfrm>
            <a:off x="237593" y="775047"/>
            <a:ext cx="2057009" cy="337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</p:spTree>
    <p:extLst>
      <p:ext uri="{BB962C8B-B14F-4D97-AF65-F5344CB8AC3E}">
        <p14:creationId xmlns:p14="http://schemas.microsoft.com/office/powerpoint/2010/main" val="20170473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[compagny]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6AB278-C52C-1715-7042-D709A6BCC19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>
                  <a:alpha val="0"/>
                </a:schemeClr>
              </a:gs>
              <a:gs pos="100000">
                <a:schemeClr val="tx2">
                  <a:alpha val="4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52B910FF-E094-4686-2C72-ECC4EA3E63DA}"/>
              </a:ext>
            </a:extLst>
          </p:cNvPr>
          <p:cNvSpPr>
            <a:spLocks/>
          </p:cNvSpPr>
          <p:nvPr userDrawn="1"/>
        </p:nvSpPr>
        <p:spPr>
          <a:xfrm>
            <a:off x="114299" y="5641980"/>
            <a:ext cx="11896728" cy="704846"/>
          </a:xfrm>
          <a:custGeom>
            <a:avLst/>
            <a:gdLst>
              <a:gd name="connsiteX0" fmla="*/ 5809477 w 11575605"/>
              <a:gd name="connsiteY0" fmla="*/ 4 h 1720849"/>
              <a:gd name="connsiteX1" fmla="*/ 11575605 w 11575605"/>
              <a:gd name="connsiteY1" fmla="*/ 609764 h 1720849"/>
              <a:gd name="connsiteX2" fmla="*/ 9609772 w 11575605"/>
              <a:gd name="connsiteY2" fmla="*/ 1720849 h 1720849"/>
              <a:gd name="connsiteX3" fmla="*/ 1970511 w 11575605"/>
              <a:gd name="connsiteY3" fmla="*/ 1720849 h 1720849"/>
              <a:gd name="connsiteX4" fmla="*/ 0 w 11575605"/>
              <a:gd name="connsiteY4" fmla="*/ 626760 h 1720849"/>
              <a:gd name="connsiteX5" fmla="*/ 5809477 w 11575605"/>
              <a:gd name="connsiteY5" fmla="*/ 4 h 1720849"/>
              <a:gd name="connsiteX0" fmla="*/ 1970511 w 11575605"/>
              <a:gd name="connsiteY0" fmla="*/ 1720849 h 1812289"/>
              <a:gd name="connsiteX1" fmla="*/ 0 w 11575605"/>
              <a:gd name="connsiteY1" fmla="*/ 626760 h 1812289"/>
              <a:gd name="connsiteX2" fmla="*/ 5809477 w 11575605"/>
              <a:gd name="connsiteY2" fmla="*/ 4 h 1812289"/>
              <a:gd name="connsiteX3" fmla="*/ 11575605 w 11575605"/>
              <a:gd name="connsiteY3" fmla="*/ 609764 h 1812289"/>
              <a:gd name="connsiteX4" fmla="*/ 9609772 w 11575605"/>
              <a:gd name="connsiteY4" fmla="*/ 1720849 h 1812289"/>
              <a:gd name="connsiteX5" fmla="*/ 2061951 w 11575605"/>
              <a:gd name="connsiteY5" fmla="*/ 1812289 h 1812289"/>
              <a:gd name="connsiteX0" fmla="*/ 1970511 w 11575605"/>
              <a:gd name="connsiteY0" fmla="*/ 1720849 h 1720849"/>
              <a:gd name="connsiteX1" fmla="*/ 0 w 11575605"/>
              <a:gd name="connsiteY1" fmla="*/ 626760 h 1720849"/>
              <a:gd name="connsiteX2" fmla="*/ 5809477 w 11575605"/>
              <a:gd name="connsiteY2" fmla="*/ 4 h 1720849"/>
              <a:gd name="connsiteX3" fmla="*/ 11575605 w 11575605"/>
              <a:gd name="connsiteY3" fmla="*/ 609764 h 1720849"/>
              <a:gd name="connsiteX4" fmla="*/ 9609772 w 11575605"/>
              <a:gd name="connsiteY4" fmla="*/ 1720849 h 1720849"/>
              <a:gd name="connsiteX0" fmla="*/ 0 w 11575605"/>
              <a:gd name="connsiteY0" fmla="*/ 626760 h 1720849"/>
              <a:gd name="connsiteX1" fmla="*/ 5809477 w 11575605"/>
              <a:gd name="connsiteY1" fmla="*/ 4 h 1720849"/>
              <a:gd name="connsiteX2" fmla="*/ 11575605 w 11575605"/>
              <a:gd name="connsiteY2" fmla="*/ 609764 h 1720849"/>
              <a:gd name="connsiteX3" fmla="*/ 9609772 w 11575605"/>
              <a:gd name="connsiteY3" fmla="*/ 1720849 h 1720849"/>
              <a:gd name="connsiteX0" fmla="*/ 0 w 11575605"/>
              <a:gd name="connsiteY0" fmla="*/ 626760 h 626760"/>
              <a:gd name="connsiteX1" fmla="*/ 5809477 w 11575605"/>
              <a:gd name="connsiteY1" fmla="*/ 4 h 626760"/>
              <a:gd name="connsiteX2" fmla="*/ 11575605 w 11575605"/>
              <a:gd name="connsiteY2" fmla="*/ 609764 h 626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75605" h="626760">
                <a:moveTo>
                  <a:pt x="0" y="626760"/>
                </a:moveTo>
                <a:cubicBezTo>
                  <a:pt x="1728228" y="218748"/>
                  <a:pt x="3746287" y="1030"/>
                  <a:pt x="5809477" y="4"/>
                </a:cubicBezTo>
                <a:cubicBezTo>
                  <a:pt x="7853204" y="-1012"/>
                  <a:pt x="9854683" y="210641"/>
                  <a:pt x="11575605" y="609764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799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8DBE0E-AB59-532F-921C-C32E407024DA}"/>
              </a:ext>
            </a:extLst>
          </p:cNvPr>
          <p:cNvSpPr>
            <a:spLocks/>
          </p:cNvSpPr>
          <p:nvPr userDrawn="1"/>
        </p:nvSpPr>
        <p:spPr>
          <a:xfrm>
            <a:off x="-1" y="6305557"/>
            <a:ext cx="12125325" cy="552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pic>
        <p:nvPicPr>
          <p:cNvPr id="18" name="Picture 17" descr="Une image contenant Graphique, Police, logo, graphisme&#10;&#10;Description générée automatiquement">
            <a:extLst>
              <a:ext uri="{FF2B5EF4-FFF2-40B4-BE49-F238E27FC236}">
                <a16:creationId xmlns:a16="http://schemas.microsoft.com/office/drawing/2014/main" id="{6E5B9C86-6503-DDE8-7B8B-7563CB69C0D6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282" y="6067178"/>
            <a:ext cx="1695447" cy="356043"/>
          </a:xfrm>
          <a:prstGeom prst="rect">
            <a:avLst/>
          </a:prstGeom>
        </p:spPr>
      </p:pic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7E2018C9-6FAF-66A0-FC77-17202EE7E6E4}"/>
              </a:ext>
            </a:extLst>
          </p:cNvPr>
          <p:cNvSpPr/>
          <p:nvPr userDrawn="1"/>
        </p:nvSpPr>
        <p:spPr>
          <a:xfrm>
            <a:off x="114300" y="5308760"/>
            <a:ext cx="235744" cy="1066800"/>
          </a:xfrm>
          <a:custGeom>
            <a:avLst/>
            <a:gdLst>
              <a:gd name="connsiteX0" fmla="*/ 0 w 260984"/>
              <a:gd name="connsiteY0" fmla="*/ 0 h 1066800"/>
              <a:gd name="connsiteX1" fmla="*/ 100013 w 260984"/>
              <a:gd name="connsiteY1" fmla="*/ 0 h 1066800"/>
              <a:gd name="connsiteX2" fmla="*/ 100013 w 260984"/>
              <a:gd name="connsiteY2" fmla="*/ 826544 h 1066800"/>
              <a:gd name="connsiteX3" fmla="*/ 249782 w 260984"/>
              <a:gd name="connsiteY3" fmla="*/ 976313 h 1066800"/>
              <a:gd name="connsiteX4" fmla="*/ 260984 w 260984"/>
              <a:gd name="connsiteY4" fmla="*/ 976313 h 1066800"/>
              <a:gd name="connsiteX5" fmla="*/ 260984 w 260984"/>
              <a:gd name="connsiteY5" fmla="*/ 1066800 h 1066800"/>
              <a:gd name="connsiteX6" fmla="*/ 0 w 260984"/>
              <a:gd name="connsiteY6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0984" h="1066800">
                <a:moveTo>
                  <a:pt x="0" y="0"/>
                </a:moveTo>
                <a:lnTo>
                  <a:pt x="100013" y="0"/>
                </a:lnTo>
                <a:lnTo>
                  <a:pt x="100013" y="826544"/>
                </a:lnTo>
                <a:cubicBezTo>
                  <a:pt x="100013" y="909259"/>
                  <a:pt x="167067" y="976313"/>
                  <a:pt x="249782" y="976313"/>
                </a:cubicBezTo>
                <a:lnTo>
                  <a:pt x="260984" y="976313"/>
                </a:lnTo>
                <a:lnTo>
                  <a:pt x="260984" y="1066800"/>
                </a:lnTo>
                <a:lnTo>
                  <a:pt x="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799"/>
          </a:p>
        </p:txBody>
      </p:sp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BE7C1234-9BF8-54F2-967C-B0C1E9558626}"/>
              </a:ext>
            </a:extLst>
          </p:cNvPr>
          <p:cNvSpPr/>
          <p:nvPr userDrawn="1"/>
        </p:nvSpPr>
        <p:spPr>
          <a:xfrm flipH="1">
            <a:off x="11842756" y="5308760"/>
            <a:ext cx="235744" cy="1066800"/>
          </a:xfrm>
          <a:custGeom>
            <a:avLst/>
            <a:gdLst>
              <a:gd name="connsiteX0" fmla="*/ 0 w 260984"/>
              <a:gd name="connsiteY0" fmla="*/ 0 h 1066800"/>
              <a:gd name="connsiteX1" fmla="*/ 100013 w 260984"/>
              <a:gd name="connsiteY1" fmla="*/ 0 h 1066800"/>
              <a:gd name="connsiteX2" fmla="*/ 100013 w 260984"/>
              <a:gd name="connsiteY2" fmla="*/ 826544 h 1066800"/>
              <a:gd name="connsiteX3" fmla="*/ 249782 w 260984"/>
              <a:gd name="connsiteY3" fmla="*/ 976313 h 1066800"/>
              <a:gd name="connsiteX4" fmla="*/ 260984 w 260984"/>
              <a:gd name="connsiteY4" fmla="*/ 976313 h 1066800"/>
              <a:gd name="connsiteX5" fmla="*/ 260984 w 260984"/>
              <a:gd name="connsiteY5" fmla="*/ 1066800 h 1066800"/>
              <a:gd name="connsiteX6" fmla="*/ 0 w 260984"/>
              <a:gd name="connsiteY6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0984" h="1066800">
                <a:moveTo>
                  <a:pt x="0" y="0"/>
                </a:moveTo>
                <a:lnTo>
                  <a:pt x="100013" y="0"/>
                </a:lnTo>
                <a:lnTo>
                  <a:pt x="100013" y="826544"/>
                </a:lnTo>
                <a:cubicBezTo>
                  <a:pt x="100013" y="909259"/>
                  <a:pt x="167067" y="976313"/>
                  <a:pt x="249782" y="976313"/>
                </a:cubicBezTo>
                <a:lnTo>
                  <a:pt x="260984" y="976313"/>
                </a:lnTo>
                <a:lnTo>
                  <a:pt x="260984" y="1066800"/>
                </a:lnTo>
                <a:lnTo>
                  <a:pt x="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799"/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C209199B-CC1B-78B3-9646-EFADA779D08B}"/>
              </a:ext>
            </a:extLst>
          </p:cNvPr>
          <p:cNvSpPr/>
          <p:nvPr userDrawn="1"/>
        </p:nvSpPr>
        <p:spPr>
          <a:xfrm>
            <a:off x="0" y="-3175"/>
            <a:ext cx="12192000" cy="6858000"/>
          </a:xfrm>
          <a:custGeom>
            <a:avLst/>
            <a:gdLst>
              <a:gd name="connsiteX0" fmla="*/ 342070 w 12192000"/>
              <a:gd name="connsiteY0" fmla="*/ 219075 h 6858000"/>
              <a:gd name="connsiteX1" fmla="*/ 203200 w 12192000"/>
              <a:gd name="connsiteY1" fmla="*/ 357945 h 6858000"/>
              <a:gd name="connsiteX2" fmla="*/ 203200 w 12192000"/>
              <a:gd name="connsiteY2" fmla="*/ 6506405 h 6858000"/>
              <a:gd name="connsiteX3" fmla="*/ 342070 w 12192000"/>
              <a:gd name="connsiteY3" fmla="*/ 6645275 h 6858000"/>
              <a:gd name="connsiteX4" fmla="*/ 11837230 w 12192000"/>
              <a:gd name="connsiteY4" fmla="*/ 6645275 h 6858000"/>
              <a:gd name="connsiteX5" fmla="*/ 11976100 w 12192000"/>
              <a:gd name="connsiteY5" fmla="*/ 6506405 h 6858000"/>
              <a:gd name="connsiteX6" fmla="*/ 11976100 w 12192000"/>
              <a:gd name="connsiteY6" fmla="*/ 357945 h 6858000"/>
              <a:gd name="connsiteX7" fmla="*/ 11837230 w 12192000"/>
              <a:gd name="connsiteY7" fmla="*/ 219075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342070" y="219075"/>
                </a:moveTo>
                <a:cubicBezTo>
                  <a:pt x="265374" y="219075"/>
                  <a:pt x="203200" y="281249"/>
                  <a:pt x="203200" y="357945"/>
                </a:cubicBezTo>
                <a:lnTo>
                  <a:pt x="203200" y="6506405"/>
                </a:lnTo>
                <a:cubicBezTo>
                  <a:pt x="203200" y="6583101"/>
                  <a:pt x="265374" y="6645275"/>
                  <a:pt x="342070" y="6645275"/>
                </a:cubicBezTo>
                <a:lnTo>
                  <a:pt x="11837230" y="6645275"/>
                </a:lnTo>
                <a:cubicBezTo>
                  <a:pt x="11913926" y="6645275"/>
                  <a:pt x="11976100" y="6583101"/>
                  <a:pt x="11976100" y="6506405"/>
                </a:cubicBezTo>
                <a:lnTo>
                  <a:pt x="11976100" y="357945"/>
                </a:lnTo>
                <a:cubicBezTo>
                  <a:pt x="11976100" y="281249"/>
                  <a:pt x="11913926" y="219075"/>
                  <a:pt x="11837230" y="21907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799"/>
          </a:p>
        </p:txBody>
      </p:sp>
      <p:pic>
        <p:nvPicPr>
          <p:cNvPr id="43" name="Graphique 42">
            <a:extLst>
              <a:ext uri="{FF2B5EF4-FFF2-40B4-BE49-F238E27FC236}">
                <a16:creationId xmlns:a16="http://schemas.microsoft.com/office/drawing/2014/main" id="{01D6153B-97A1-3966-D1C0-E44A64B7E6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431"/>
          <a:stretch>
            <a:fillRect/>
          </a:stretch>
        </p:blipFill>
        <p:spPr>
          <a:xfrm>
            <a:off x="4624389" y="10801"/>
            <a:ext cx="2319739" cy="507998"/>
          </a:xfrm>
          <a:custGeom>
            <a:avLst/>
            <a:gdLst>
              <a:gd name="connsiteX0" fmla="*/ 0 w 2409825"/>
              <a:gd name="connsiteY0" fmla="*/ 0 h 550069"/>
              <a:gd name="connsiteX1" fmla="*/ 2409825 w 2409825"/>
              <a:gd name="connsiteY1" fmla="*/ 0 h 550069"/>
              <a:gd name="connsiteX2" fmla="*/ 2409825 w 2409825"/>
              <a:gd name="connsiteY2" fmla="*/ 550069 h 550069"/>
              <a:gd name="connsiteX3" fmla="*/ 0 w 2409825"/>
              <a:gd name="connsiteY3" fmla="*/ 550069 h 55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9825" h="550069">
                <a:moveTo>
                  <a:pt x="0" y="0"/>
                </a:moveTo>
                <a:lnTo>
                  <a:pt x="2409825" y="0"/>
                </a:lnTo>
                <a:lnTo>
                  <a:pt x="2409825" y="550069"/>
                </a:lnTo>
                <a:lnTo>
                  <a:pt x="0" y="550069"/>
                </a:lnTo>
                <a:close/>
              </a:path>
            </a:pathLst>
          </a:custGeom>
        </p:spPr>
      </p:pic>
      <p:pic>
        <p:nvPicPr>
          <p:cNvPr id="41" name="Graphique 40">
            <a:extLst>
              <a:ext uri="{FF2B5EF4-FFF2-40B4-BE49-F238E27FC236}">
                <a16:creationId xmlns:a16="http://schemas.microsoft.com/office/drawing/2014/main" id="{9C23CE86-6A84-5E52-BA3F-9DD1F6DBB4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431"/>
          <a:stretch>
            <a:fillRect/>
          </a:stretch>
        </p:blipFill>
        <p:spPr>
          <a:xfrm flipH="1">
            <a:off x="5247877" y="10802"/>
            <a:ext cx="2319739" cy="507996"/>
          </a:xfrm>
          <a:custGeom>
            <a:avLst/>
            <a:gdLst>
              <a:gd name="connsiteX0" fmla="*/ 2409825 w 2409825"/>
              <a:gd name="connsiteY0" fmla="*/ 0 h 550068"/>
              <a:gd name="connsiteX1" fmla="*/ 0 w 2409825"/>
              <a:gd name="connsiteY1" fmla="*/ 0 h 550068"/>
              <a:gd name="connsiteX2" fmla="*/ 0 w 2409825"/>
              <a:gd name="connsiteY2" fmla="*/ 550068 h 550068"/>
              <a:gd name="connsiteX3" fmla="*/ 2409825 w 2409825"/>
              <a:gd name="connsiteY3" fmla="*/ 550068 h 550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9825" h="550068">
                <a:moveTo>
                  <a:pt x="2409825" y="0"/>
                </a:moveTo>
                <a:lnTo>
                  <a:pt x="0" y="0"/>
                </a:lnTo>
                <a:lnTo>
                  <a:pt x="0" y="550068"/>
                </a:lnTo>
                <a:lnTo>
                  <a:pt x="2409825" y="550068"/>
                </a:lnTo>
                <a:close/>
              </a:path>
            </a:pathLst>
          </a:custGeom>
        </p:spPr>
      </p:pic>
      <p:sp>
        <p:nvSpPr>
          <p:cNvPr id="39" name="Forme libre : forme 38">
            <a:extLst>
              <a:ext uri="{FF2B5EF4-FFF2-40B4-BE49-F238E27FC236}">
                <a16:creationId xmlns:a16="http://schemas.microsoft.com/office/drawing/2014/main" id="{6977CA17-93FC-6A5E-35AE-37F10844291B}"/>
              </a:ext>
            </a:extLst>
          </p:cNvPr>
          <p:cNvSpPr/>
          <p:nvPr userDrawn="1"/>
        </p:nvSpPr>
        <p:spPr>
          <a:xfrm rot="16200000" flipH="1">
            <a:off x="4460521" y="-324924"/>
            <a:ext cx="172967" cy="1066800"/>
          </a:xfrm>
          <a:custGeom>
            <a:avLst/>
            <a:gdLst>
              <a:gd name="connsiteX0" fmla="*/ 0 w 201215"/>
              <a:gd name="connsiteY0" fmla="*/ 0 h 1066800"/>
              <a:gd name="connsiteX1" fmla="*/ 0 w 201215"/>
              <a:gd name="connsiteY1" fmla="*/ 1066800 h 1066800"/>
              <a:gd name="connsiteX2" fmla="*/ 201215 w 201215"/>
              <a:gd name="connsiteY2" fmla="*/ 1066800 h 1066800"/>
              <a:gd name="connsiteX3" fmla="*/ 201215 w 201215"/>
              <a:gd name="connsiteY3" fmla="*/ 970857 h 1066800"/>
              <a:gd name="connsiteX4" fmla="*/ 172967 w 201215"/>
              <a:gd name="connsiteY4" fmla="*/ 964544 h 1066800"/>
              <a:gd name="connsiteX5" fmla="*/ 90341 w 201215"/>
              <a:gd name="connsiteY5" fmla="*/ 826544 h 1066800"/>
              <a:gd name="connsiteX6" fmla="*/ 90341 w 201215"/>
              <a:gd name="connsiteY6" fmla="*/ 0 h 1066800"/>
              <a:gd name="connsiteX0" fmla="*/ 201215 w 292655"/>
              <a:gd name="connsiteY0" fmla="*/ 1066800 h 1158240"/>
              <a:gd name="connsiteX1" fmla="*/ 201215 w 292655"/>
              <a:gd name="connsiteY1" fmla="*/ 970857 h 1158240"/>
              <a:gd name="connsiteX2" fmla="*/ 172967 w 292655"/>
              <a:gd name="connsiteY2" fmla="*/ 964544 h 1158240"/>
              <a:gd name="connsiteX3" fmla="*/ 90341 w 292655"/>
              <a:gd name="connsiteY3" fmla="*/ 826544 h 1158240"/>
              <a:gd name="connsiteX4" fmla="*/ 90341 w 292655"/>
              <a:gd name="connsiteY4" fmla="*/ 0 h 1158240"/>
              <a:gd name="connsiteX5" fmla="*/ 0 w 292655"/>
              <a:gd name="connsiteY5" fmla="*/ 0 h 1158240"/>
              <a:gd name="connsiteX6" fmla="*/ 0 w 292655"/>
              <a:gd name="connsiteY6" fmla="*/ 1066800 h 1158240"/>
              <a:gd name="connsiteX7" fmla="*/ 292655 w 292655"/>
              <a:gd name="connsiteY7" fmla="*/ 1158240 h 1158240"/>
              <a:gd name="connsiteX0" fmla="*/ 201215 w 201215"/>
              <a:gd name="connsiteY0" fmla="*/ 1066800 h 1066800"/>
              <a:gd name="connsiteX1" fmla="*/ 201215 w 201215"/>
              <a:gd name="connsiteY1" fmla="*/ 970857 h 1066800"/>
              <a:gd name="connsiteX2" fmla="*/ 172967 w 201215"/>
              <a:gd name="connsiteY2" fmla="*/ 964544 h 1066800"/>
              <a:gd name="connsiteX3" fmla="*/ 90341 w 201215"/>
              <a:gd name="connsiteY3" fmla="*/ 826544 h 1066800"/>
              <a:gd name="connsiteX4" fmla="*/ 90341 w 201215"/>
              <a:gd name="connsiteY4" fmla="*/ 0 h 1066800"/>
              <a:gd name="connsiteX5" fmla="*/ 0 w 201215"/>
              <a:gd name="connsiteY5" fmla="*/ 0 h 1066800"/>
              <a:gd name="connsiteX6" fmla="*/ 0 w 201215"/>
              <a:gd name="connsiteY6" fmla="*/ 1066800 h 1066800"/>
              <a:gd name="connsiteX0" fmla="*/ 201215 w 201215"/>
              <a:gd name="connsiteY0" fmla="*/ 970857 h 1066800"/>
              <a:gd name="connsiteX1" fmla="*/ 172967 w 201215"/>
              <a:gd name="connsiteY1" fmla="*/ 964544 h 1066800"/>
              <a:gd name="connsiteX2" fmla="*/ 90341 w 201215"/>
              <a:gd name="connsiteY2" fmla="*/ 826544 h 1066800"/>
              <a:gd name="connsiteX3" fmla="*/ 90341 w 201215"/>
              <a:gd name="connsiteY3" fmla="*/ 0 h 1066800"/>
              <a:gd name="connsiteX4" fmla="*/ 0 w 201215"/>
              <a:gd name="connsiteY4" fmla="*/ 0 h 1066800"/>
              <a:gd name="connsiteX5" fmla="*/ 0 w 201215"/>
              <a:gd name="connsiteY5" fmla="*/ 1066800 h 1066800"/>
              <a:gd name="connsiteX0" fmla="*/ 172967 w 172967"/>
              <a:gd name="connsiteY0" fmla="*/ 964544 h 1066800"/>
              <a:gd name="connsiteX1" fmla="*/ 90341 w 172967"/>
              <a:gd name="connsiteY1" fmla="*/ 826544 h 1066800"/>
              <a:gd name="connsiteX2" fmla="*/ 90341 w 172967"/>
              <a:gd name="connsiteY2" fmla="*/ 0 h 1066800"/>
              <a:gd name="connsiteX3" fmla="*/ 0 w 172967"/>
              <a:gd name="connsiteY3" fmla="*/ 0 h 1066800"/>
              <a:gd name="connsiteX4" fmla="*/ 0 w 172967"/>
              <a:gd name="connsiteY4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967" h="1066800">
                <a:moveTo>
                  <a:pt x="172967" y="964544"/>
                </a:moveTo>
                <a:cubicBezTo>
                  <a:pt x="124411" y="941807"/>
                  <a:pt x="90341" y="888580"/>
                  <a:pt x="90341" y="826544"/>
                </a:cubicBezTo>
                <a:lnTo>
                  <a:pt x="90341" y="0"/>
                </a:lnTo>
                <a:lnTo>
                  <a:pt x="0" y="0"/>
                </a:lnTo>
                <a:lnTo>
                  <a:pt x="0" y="1066800"/>
                </a:ln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799"/>
          </a:p>
        </p:txBody>
      </p: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A3A2BBC2-501B-F0C1-42D1-4B9E5A5A7942}"/>
              </a:ext>
            </a:extLst>
          </p:cNvPr>
          <p:cNvSpPr/>
          <p:nvPr userDrawn="1"/>
        </p:nvSpPr>
        <p:spPr>
          <a:xfrm rot="5400000">
            <a:off x="7558530" y="-324924"/>
            <a:ext cx="172967" cy="1066800"/>
          </a:xfrm>
          <a:custGeom>
            <a:avLst/>
            <a:gdLst>
              <a:gd name="connsiteX0" fmla="*/ 0 w 201215"/>
              <a:gd name="connsiteY0" fmla="*/ 0 h 1066800"/>
              <a:gd name="connsiteX1" fmla="*/ 0 w 201215"/>
              <a:gd name="connsiteY1" fmla="*/ 1066800 h 1066800"/>
              <a:gd name="connsiteX2" fmla="*/ 201215 w 201215"/>
              <a:gd name="connsiteY2" fmla="*/ 1066800 h 1066800"/>
              <a:gd name="connsiteX3" fmla="*/ 201215 w 201215"/>
              <a:gd name="connsiteY3" fmla="*/ 970857 h 1066800"/>
              <a:gd name="connsiteX4" fmla="*/ 172967 w 201215"/>
              <a:gd name="connsiteY4" fmla="*/ 964544 h 1066800"/>
              <a:gd name="connsiteX5" fmla="*/ 90341 w 201215"/>
              <a:gd name="connsiteY5" fmla="*/ 826544 h 1066800"/>
              <a:gd name="connsiteX6" fmla="*/ 90341 w 201215"/>
              <a:gd name="connsiteY6" fmla="*/ 0 h 1066800"/>
              <a:gd name="connsiteX0" fmla="*/ 201215 w 292655"/>
              <a:gd name="connsiteY0" fmla="*/ 1066800 h 1158240"/>
              <a:gd name="connsiteX1" fmla="*/ 201215 w 292655"/>
              <a:gd name="connsiteY1" fmla="*/ 970857 h 1158240"/>
              <a:gd name="connsiteX2" fmla="*/ 172967 w 292655"/>
              <a:gd name="connsiteY2" fmla="*/ 964544 h 1158240"/>
              <a:gd name="connsiteX3" fmla="*/ 90341 w 292655"/>
              <a:gd name="connsiteY3" fmla="*/ 826544 h 1158240"/>
              <a:gd name="connsiteX4" fmla="*/ 90341 w 292655"/>
              <a:gd name="connsiteY4" fmla="*/ 0 h 1158240"/>
              <a:gd name="connsiteX5" fmla="*/ 0 w 292655"/>
              <a:gd name="connsiteY5" fmla="*/ 0 h 1158240"/>
              <a:gd name="connsiteX6" fmla="*/ 0 w 292655"/>
              <a:gd name="connsiteY6" fmla="*/ 1066800 h 1158240"/>
              <a:gd name="connsiteX7" fmla="*/ 292655 w 292655"/>
              <a:gd name="connsiteY7" fmla="*/ 1158240 h 1158240"/>
              <a:gd name="connsiteX0" fmla="*/ 201215 w 201215"/>
              <a:gd name="connsiteY0" fmla="*/ 1066800 h 1066800"/>
              <a:gd name="connsiteX1" fmla="*/ 201215 w 201215"/>
              <a:gd name="connsiteY1" fmla="*/ 970857 h 1066800"/>
              <a:gd name="connsiteX2" fmla="*/ 172967 w 201215"/>
              <a:gd name="connsiteY2" fmla="*/ 964544 h 1066800"/>
              <a:gd name="connsiteX3" fmla="*/ 90341 w 201215"/>
              <a:gd name="connsiteY3" fmla="*/ 826544 h 1066800"/>
              <a:gd name="connsiteX4" fmla="*/ 90341 w 201215"/>
              <a:gd name="connsiteY4" fmla="*/ 0 h 1066800"/>
              <a:gd name="connsiteX5" fmla="*/ 0 w 201215"/>
              <a:gd name="connsiteY5" fmla="*/ 0 h 1066800"/>
              <a:gd name="connsiteX6" fmla="*/ 0 w 201215"/>
              <a:gd name="connsiteY6" fmla="*/ 1066800 h 1066800"/>
              <a:gd name="connsiteX0" fmla="*/ 201215 w 201215"/>
              <a:gd name="connsiteY0" fmla="*/ 970857 h 1066800"/>
              <a:gd name="connsiteX1" fmla="*/ 172967 w 201215"/>
              <a:gd name="connsiteY1" fmla="*/ 964544 h 1066800"/>
              <a:gd name="connsiteX2" fmla="*/ 90341 w 201215"/>
              <a:gd name="connsiteY2" fmla="*/ 826544 h 1066800"/>
              <a:gd name="connsiteX3" fmla="*/ 90341 w 201215"/>
              <a:gd name="connsiteY3" fmla="*/ 0 h 1066800"/>
              <a:gd name="connsiteX4" fmla="*/ 0 w 201215"/>
              <a:gd name="connsiteY4" fmla="*/ 0 h 1066800"/>
              <a:gd name="connsiteX5" fmla="*/ 0 w 201215"/>
              <a:gd name="connsiteY5" fmla="*/ 1066800 h 1066800"/>
              <a:gd name="connsiteX0" fmla="*/ 172967 w 172967"/>
              <a:gd name="connsiteY0" fmla="*/ 964544 h 1066800"/>
              <a:gd name="connsiteX1" fmla="*/ 90341 w 172967"/>
              <a:gd name="connsiteY1" fmla="*/ 826544 h 1066800"/>
              <a:gd name="connsiteX2" fmla="*/ 90341 w 172967"/>
              <a:gd name="connsiteY2" fmla="*/ 0 h 1066800"/>
              <a:gd name="connsiteX3" fmla="*/ 0 w 172967"/>
              <a:gd name="connsiteY3" fmla="*/ 0 h 1066800"/>
              <a:gd name="connsiteX4" fmla="*/ 0 w 172967"/>
              <a:gd name="connsiteY4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967" h="1066800">
                <a:moveTo>
                  <a:pt x="172967" y="964544"/>
                </a:moveTo>
                <a:cubicBezTo>
                  <a:pt x="124411" y="941807"/>
                  <a:pt x="90341" y="888580"/>
                  <a:pt x="90341" y="826544"/>
                </a:cubicBezTo>
                <a:lnTo>
                  <a:pt x="90341" y="0"/>
                </a:lnTo>
                <a:lnTo>
                  <a:pt x="0" y="0"/>
                </a:lnTo>
                <a:lnTo>
                  <a:pt x="0" y="1066800"/>
                </a:ln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799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0C30FB9-677B-AA14-1466-60A25F2821C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111117" y="105444"/>
            <a:ext cx="2030144" cy="43285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7D31DAF-9EF6-240A-AA23-271303670F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375" y="775465"/>
            <a:ext cx="7520400" cy="1889940"/>
          </a:xfrm>
          <a:prstGeom prst="roundRect">
            <a:avLst>
              <a:gd name="adj" fmla="val 687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97000"/>
                </a:schemeClr>
              </a:gs>
              <a:gs pos="100000">
                <a:schemeClr val="bg1">
                  <a:alpha val="55000"/>
                </a:schemeClr>
              </a:gs>
            </a:gsLst>
            <a:lin ang="4200000" scaled="0"/>
          </a:gradFill>
          <a:effectLst/>
        </p:spPr>
        <p:txBody>
          <a:bodyPr wrap="square" lIns="180000" tIns="252000" rIns="180000" bIns="648000" anchor="t">
            <a:spAutoFit/>
          </a:bodyPr>
          <a:lstStyle>
            <a:lvl1pPr algn="l">
              <a:lnSpc>
                <a:spcPct val="80000"/>
              </a:lnSpc>
              <a:defRPr sz="3699" cap="none" baseline="0">
                <a:solidFill>
                  <a:srgbClr val="112753"/>
                </a:solidFill>
                <a:effectLst/>
              </a:defRPr>
            </a:lvl1pPr>
          </a:lstStyle>
          <a:p>
            <a:r>
              <a:rPr lang="en-US"/>
              <a:t>Title of the</a:t>
            </a:r>
            <a:br>
              <a:rPr lang="en-US"/>
            </a:br>
            <a:r>
              <a:rPr lang="en-US"/>
              <a:t>presentation here</a:t>
            </a:r>
            <a:endParaRPr lang="en-GB"/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3B835E1F-2F6A-50AC-4120-8843C61089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7291" y="2051590"/>
            <a:ext cx="1880643" cy="492314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>
              <a:defRPr sz="2599">
                <a:solidFill>
                  <a:srgbClr val="112753"/>
                </a:solidFill>
              </a:defRPr>
            </a:lvl1pPr>
          </a:lstStyle>
          <a:p>
            <a:r>
              <a:rPr lang="fr-FR"/>
              <a:t>DD/MM/YY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0281061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TITLE_TEXTx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Image 15" descr="Image 1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16752" y="6449661"/>
            <a:ext cx="1090181" cy="23086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Connecteur droit 16"/>
          <p:cNvSpPr/>
          <p:nvPr/>
        </p:nvSpPr>
        <p:spPr>
          <a:xfrm>
            <a:off x="675984" y="6349554"/>
            <a:ext cx="1" cy="18466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60940" rIns="60940"/>
          <a:lstStyle/>
          <a:p>
            <a:endParaRPr sz="2399"/>
          </a:p>
        </p:txBody>
      </p:sp>
      <p:sp>
        <p:nvSpPr>
          <p:cNvPr id="115" name="ZoneTexte 17"/>
          <p:cNvSpPr txBox="1"/>
          <p:nvPr/>
        </p:nvSpPr>
        <p:spPr>
          <a:xfrm>
            <a:off x="383117" y="6551591"/>
            <a:ext cx="9476499" cy="143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B1B0BB"/>
                </a:solidFill>
              </a:defRPr>
            </a:lvl1pPr>
          </a:lstStyle>
          <a:p>
            <a:r>
              <a:rPr sz="933"/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116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119" name="Groupe 14"/>
          <p:cNvGrpSpPr/>
          <p:nvPr/>
        </p:nvGrpSpPr>
        <p:grpSpPr>
          <a:xfrm>
            <a:off x="393635" y="886123"/>
            <a:ext cx="1327484" cy="96012"/>
            <a:chOff x="0" y="0"/>
            <a:chExt cx="995611" cy="72008"/>
          </a:xfrm>
        </p:grpSpPr>
        <p:sp>
          <p:nvSpPr>
            <p:cNvPr id="117" name="Connecteur droit 20"/>
            <p:cNvSpPr/>
            <p:nvPr/>
          </p:nvSpPr>
          <p:spPr>
            <a:xfrm>
              <a:off x="-1" y="66390"/>
              <a:ext cx="995613" cy="1"/>
            </a:xfrm>
            <a:prstGeom prst="line">
              <a:avLst/>
            </a:prstGeom>
            <a:noFill/>
            <a:ln w="12700" cap="flat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399"/>
            </a:p>
          </p:txBody>
        </p:sp>
        <p:sp>
          <p:nvSpPr>
            <p:cNvPr id="118" name="Rectangle 21"/>
            <p:cNvSpPr/>
            <p:nvPr/>
          </p:nvSpPr>
          <p:spPr>
            <a:xfrm>
              <a:off x="0" y="-1"/>
              <a:ext cx="504057" cy="7201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2399"/>
            </a:p>
          </p:txBody>
        </p:sp>
      </p:grpSp>
      <p:sp>
        <p:nvSpPr>
          <p:cNvPr id="120" name="MSIPCMContentMarking"/>
          <p:cNvSpPr txBox="1"/>
          <p:nvPr/>
        </p:nvSpPr>
        <p:spPr>
          <a:xfrm>
            <a:off x="5334367" y="72339"/>
            <a:ext cx="1523276" cy="205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8C0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rPr sz="1333"/>
              <a:t>C2 - Confidential</a:t>
            </a:r>
          </a:p>
        </p:txBody>
      </p:sp>
      <p:sp>
        <p:nvSpPr>
          <p:cNvPr id="121" name="Texte niveau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383124" y="1335616"/>
            <a:ext cx="5589593" cy="4830234"/>
          </a:xfrm>
          <a:prstGeom prst="rect">
            <a:avLst/>
          </a:prstGeom>
        </p:spPr>
        <p:txBody>
          <a:bodyPr/>
          <a:lstStyle>
            <a:lvl1pPr marL="243518" indent="-243518">
              <a:buClr>
                <a:schemeClr val="accent1"/>
              </a:buClr>
              <a:buSzPct val="100000"/>
              <a:buChar char="▪"/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r>
              <a:t>Click here to add text 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2" name="Espace réservé du texte 4"/>
          <p:cNvSpPr>
            <a:spLocks noGrp="1"/>
          </p:cNvSpPr>
          <p:nvPr>
            <p:ph type="body" sz="half" idx="21" hasCustomPrompt="1"/>
          </p:nvPr>
        </p:nvSpPr>
        <p:spPr>
          <a:xfrm>
            <a:off x="6219289" y="1335616"/>
            <a:ext cx="5589595" cy="4830234"/>
          </a:xfrm>
          <a:prstGeom prst="rect">
            <a:avLst/>
          </a:prstGeom>
        </p:spPr>
        <p:txBody>
          <a:bodyPr/>
          <a:lstStyle>
            <a:lvl1pPr marL="243518" indent="-243518">
              <a:buClr>
                <a:schemeClr val="accent1"/>
              </a:buClr>
              <a:buSzPct val="100000"/>
              <a:buChar char="▪"/>
              <a:defRPr>
                <a:solidFill>
                  <a:schemeClr val="accent1"/>
                </a:solidFill>
              </a:defRPr>
            </a:lvl1pPr>
          </a:lstStyle>
          <a:p>
            <a:r>
              <a:t>Click here to add text 
Second level
Third level</a:t>
            </a:r>
          </a:p>
        </p:txBody>
      </p:sp>
      <p:sp>
        <p:nvSpPr>
          <p:cNvPr id="123" name="Click here to add a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here to add a title </a:t>
            </a:r>
          </a:p>
        </p:txBody>
      </p:sp>
    </p:spTree>
    <p:extLst>
      <p:ext uri="{BB962C8B-B14F-4D97-AF65-F5344CB8AC3E}">
        <p14:creationId xmlns:p14="http://schemas.microsoft.com/office/powerpoint/2010/main" val="378105072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9C1BD4-2402-4571-9F04-505A7FE75A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20" y="1356369"/>
            <a:ext cx="11425765" cy="480758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1066"/>
              </a:spcBef>
              <a:defRPr sz="2133" b="1">
                <a:solidFill>
                  <a:schemeClr val="accent1"/>
                </a:solidFill>
              </a:defRPr>
            </a:lvl1pPr>
            <a:lvl2pPr marL="473853" indent="-228379">
              <a:lnSpc>
                <a:spcPct val="90000"/>
              </a:lnSpc>
              <a:spcBef>
                <a:spcPts val="533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/>
              <a:defRPr sz="1866">
                <a:solidFill>
                  <a:schemeClr val="tx2"/>
                </a:solidFill>
              </a:defRPr>
            </a:lvl2pPr>
            <a:lvl3pPr marL="710508" indent="-228379">
              <a:lnSpc>
                <a:spcPct val="90000"/>
              </a:lnSpc>
              <a:spcBef>
                <a:spcPts val="533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/>
              <a:defRPr sz="1598">
                <a:solidFill>
                  <a:schemeClr val="tx2"/>
                </a:solidFill>
              </a:defRPr>
            </a:lvl3pPr>
            <a:lvl4pPr marL="951572" indent="-228379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/>
              <a:defRPr sz="1598">
                <a:solidFill>
                  <a:schemeClr val="tx2"/>
                </a:solidFill>
                <a:latin typeface="+mn-lt"/>
              </a:defRPr>
            </a:lvl4pPr>
            <a:lvl5pPr marL="1192636" indent="-228379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/>
              <a:defRPr sz="1598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here to add text 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2DE2A36-88EC-4A13-9346-E7A65DB242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here to add a title 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9" y="6286449"/>
            <a:ext cx="8944271" cy="2872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>
                <a:solidFill>
                  <a:srgbClr val="7D7B8D">
                    <a:lumMod val="60000"/>
                    <a:lumOff val="40000"/>
                  </a:srgbClr>
                </a:solidFill>
              </a:rPr>
              <a:t>Safran Aircraft Engines / Shingijutsu Kaizen week in MTJ / Kaizen 1 / Nov 2025</a:t>
            </a:r>
            <a:endParaRPr lang="fr-FR">
              <a:solidFill>
                <a:srgbClr val="7D7B8D">
                  <a:lumMod val="60000"/>
                  <a:lumOff val="40000"/>
                </a:srgbClr>
              </a:solidFill>
            </a:endParaRPr>
          </a:p>
        </p:txBody>
      </p:sp>
      <p:grpSp>
        <p:nvGrpSpPr>
          <p:cNvPr id="6" name="Groupe 14">
            <a:extLst>
              <a:ext uri="{FF2B5EF4-FFF2-40B4-BE49-F238E27FC236}">
                <a16:creationId xmlns:a16="http://schemas.microsoft.com/office/drawing/2014/main" id="{494B105B-2A3D-43D1-8E22-F916C197C990}"/>
              </a:ext>
            </a:extLst>
          </p:cNvPr>
          <p:cNvGrpSpPr/>
          <p:nvPr userDrawn="1"/>
        </p:nvGrpSpPr>
        <p:grpSpPr>
          <a:xfrm>
            <a:off x="393646" y="885855"/>
            <a:ext cx="1327481" cy="95981"/>
            <a:chOff x="479376" y="980728"/>
            <a:chExt cx="995611" cy="72008"/>
          </a:xfrm>
        </p:grpSpPr>
        <p:cxnSp>
          <p:nvCxnSpPr>
            <p:cNvPr id="7" name="Connecteur droit 20">
              <a:extLst>
                <a:ext uri="{FF2B5EF4-FFF2-40B4-BE49-F238E27FC236}">
                  <a16:creationId xmlns:a16="http://schemas.microsoft.com/office/drawing/2014/main" id="{7B4C35C0-4DF7-499F-A0E9-DE22F8DE2F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A032F39-BF54-4A07-A2E9-9CECCF93C9A6}"/>
                </a:ext>
              </a:extLst>
            </p:cNvPr>
            <p:cNvSpPr/>
            <p:nvPr userDrawn="1"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pic>
        <p:nvPicPr>
          <p:cNvPr id="9" name="Image 15">
            <a:extLst>
              <a:ext uri="{FF2B5EF4-FFF2-40B4-BE49-F238E27FC236}">
                <a16:creationId xmlns:a16="http://schemas.microsoft.com/office/drawing/2014/main" id="{47F4591A-171D-4B6F-91D4-CD89F6E4B0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4801" y="6447675"/>
            <a:ext cx="1094083" cy="2307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834417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16297D-6087-42AD-83C0-FB856384A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068089C-FE20-F357-15B7-1223416FC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954920-8B84-9A17-F716-6693F458F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7D4E7-F14D-4DB9-86A5-77963E3EE13B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042413-DD28-8F7C-6928-0ED7D3022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DFED2F-0CB0-A0A3-B1AB-44534E9D0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9C1A-CA5E-4A60-A6C1-EE1A658BE3C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61090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A94F69-D59A-800B-3A4A-EC5AFB3CA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B1560B-D856-0CD7-7450-9C2DCD1C4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B52765-E6F4-2CF3-2D77-05B28F9E9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7D4E7-F14D-4DB9-86A5-77963E3EE13B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B11F59-62E2-0EDF-BFFB-21C476AE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B17F04-2537-0BE5-AEC6-147B4AA6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9C1A-CA5E-4A60-A6C1-EE1A658BE3C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94646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35003C-6C2A-68DE-4C34-EEBE3C3DB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3B21A1-A712-0BE4-A333-B20414757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79222B-D5CC-D4F8-34EE-C534BF80D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7D4E7-F14D-4DB9-86A5-77963E3EE13B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F17A6B4-C418-F6B0-B1BC-CC1D1756A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B35C92-31E2-2CB1-9EE2-1CB9611E0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9C1A-CA5E-4A60-A6C1-EE1A658BE3C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51251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7F23F2-1065-1B46-587E-2972D580B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C69600-FB1D-5174-1DC8-7B18CBD67C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85A7B7-2DBE-BFA7-14A6-7FFD40291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FE16FDE-DB67-4A33-4800-E63CA492E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7D4E7-F14D-4DB9-86A5-77963E3EE13B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E004A18-12A5-44D3-56C7-8275D3E9C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B516C3F-3778-8406-E49E-8D7BE5AD2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9C1A-CA5E-4A60-A6C1-EE1A658BE3C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57569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58C83A-B954-840B-0EE2-E142B09E4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02394C-37F0-2975-2117-8DEC912F1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654DED3-C79B-D8B3-04DF-67D57EC4B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FAD4CD0-586E-4080-FC48-52257A9207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1232AF3-6E22-FFEF-CB8A-CDDA415342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E30816-7326-0E37-5C1A-061233A71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7D4E7-F14D-4DB9-86A5-77963E3EE13B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0288BD8-5B39-29D2-4520-2CCC13C36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8D579C3-0A06-30AC-C4D9-FD85FB57D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9C1A-CA5E-4A60-A6C1-EE1A658BE3C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62209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3BD66D-811E-B156-4CE4-F62B3C50B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0DE8D4B-5373-20DE-5A12-AEEF039E3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7D4E7-F14D-4DB9-86A5-77963E3EE13B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5F25E2B-D5D4-70D4-5FED-15C8487CF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D396271-D196-D3C3-1334-2F0837409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9C1A-CA5E-4A60-A6C1-EE1A658BE3C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91442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9C217D-3DC7-6FB2-E803-DAB8AEF9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7D4E7-F14D-4DB9-86A5-77963E3EE13B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6887E64-D1F0-6603-A000-4776E42C4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2CE845-7788-FBE8-9247-ECD1EF562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9C1A-CA5E-4A60-A6C1-EE1A658BE3C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78204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13574D-D6D8-23D6-9053-99B1CF4FA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9CFE5F-DF39-2853-5B32-D15AABA07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4A0ED47-825B-2BEE-5109-0CA0832FB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7461D4A-4F99-252B-270D-2E47FE43E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7D4E7-F14D-4DB9-86A5-77963E3EE13B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A5EFA0A-9A25-AFC2-8C61-269F5088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DDC7FB4-1809-623A-E38E-86FCEC88A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9C1A-CA5E-4A60-A6C1-EE1A658BE3C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14302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11CD51-F01F-C8D9-4EFC-3A6861CAF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B04B28E-1B3B-F124-F853-79B3E5CEA9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3C7478A-8548-15F6-5338-7C5C35D47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C830A07-15E0-1D6B-7FFB-BCCF2229D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7D4E7-F14D-4DB9-86A5-77963E3EE13B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57B73A-4089-14B6-0F11-D1C3AB53E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B7ABD9-391E-7ED9-6A72-247315B7D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9C1A-CA5E-4A60-A6C1-EE1A658BE3C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19775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5FE301-D83F-6EE0-009F-4991EA0E4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F1A478D-361D-AFAC-0233-1B0FD3570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27E22E-5BF2-1F94-2CA3-625CC409D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7D4E7-F14D-4DB9-86A5-77963E3EE13B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A42AB2-8E6D-1D6F-9B92-012CED3E8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EE0C78-4D96-0E23-5D26-EED3145D2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9C1A-CA5E-4A60-A6C1-EE1A658BE3C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94052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7CE4264-3008-D64F-0254-764A15107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3677729-19F6-5E83-574A-A2E0DEDC5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6029AF-7B22-208B-0A57-A8EBAFD33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7D4E7-F14D-4DB9-86A5-77963E3EE13B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67703B-D108-78AD-D0B2-ACF119423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7F26FE-45E8-F46B-01D8-DBE4132BE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9C1A-CA5E-4A60-A6C1-EE1A658BE3C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808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[compagny]">
    <p:bg>
      <p:bgPr>
        <a:blipFill dpi="0" rotWithShape="1">
          <a:blip r:embed="rId2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6AB278-C52C-1715-7042-D709A6BCC19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>
                  <a:alpha val="0"/>
                </a:schemeClr>
              </a:gs>
              <a:gs pos="100000">
                <a:schemeClr val="tx2">
                  <a:alpha val="4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52B910FF-E094-4686-2C72-ECC4EA3E63DA}"/>
              </a:ext>
            </a:extLst>
          </p:cNvPr>
          <p:cNvSpPr>
            <a:spLocks/>
          </p:cNvSpPr>
          <p:nvPr userDrawn="1"/>
        </p:nvSpPr>
        <p:spPr>
          <a:xfrm>
            <a:off x="114299" y="5641985"/>
            <a:ext cx="11896728" cy="704847"/>
          </a:xfrm>
          <a:custGeom>
            <a:avLst/>
            <a:gdLst>
              <a:gd name="connsiteX0" fmla="*/ 5809477 w 11575605"/>
              <a:gd name="connsiteY0" fmla="*/ 4 h 1720849"/>
              <a:gd name="connsiteX1" fmla="*/ 11575605 w 11575605"/>
              <a:gd name="connsiteY1" fmla="*/ 609764 h 1720849"/>
              <a:gd name="connsiteX2" fmla="*/ 9609772 w 11575605"/>
              <a:gd name="connsiteY2" fmla="*/ 1720849 h 1720849"/>
              <a:gd name="connsiteX3" fmla="*/ 1970511 w 11575605"/>
              <a:gd name="connsiteY3" fmla="*/ 1720849 h 1720849"/>
              <a:gd name="connsiteX4" fmla="*/ 0 w 11575605"/>
              <a:gd name="connsiteY4" fmla="*/ 626760 h 1720849"/>
              <a:gd name="connsiteX5" fmla="*/ 5809477 w 11575605"/>
              <a:gd name="connsiteY5" fmla="*/ 4 h 1720849"/>
              <a:gd name="connsiteX0" fmla="*/ 1970511 w 11575605"/>
              <a:gd name="connsiteY0" fmla="*/ 1720849 h 1812289"/>
              <a:gd name="connsiteX1" fmla="*/ 0 w 11575605"/>
              <a:gd name="connsiteY1" fmla="*/ 626760 h 1812289"/>
              <a:gd name="connsiteX2" fmla="*/ 5809477 w 11575605"/>
              <a:gd name="connsiteY2" fmla="*/ 4 h 1812289"/>
              <a:gd name="connsiteX3" fmla="*/ 11575605 w 11575605"/>
              <a:gd name="connsiteY3" fmla="*/ 609764 h 1812289"/>
              <a:gd name="connsiteX4" fmla="*/ 9609772 w 11575605"/>
              <a:gd name="connsiteY4" fmla="*/ 1720849 h 1812289"/>
              <a:gd name="connsiteX5" fmla="*/ 2061951 w 11575605"/>
              <a:gd name="connsiteY5" fmla="*/ 1812289 h 1812289"/>
              <a:gd name="connsiteX0" fmla="*/ 1970511 w 11575605"/>
              <a:gd name="connsiteY0" fmla="*/ 1720849 h 1720849"/>
              <a:gd name="connsiteX1" fmla="*/ 0 w 11575605"/>
              <a:gd name="connsiteY1" fmla="*/ 626760 h 1720849"/>
              <a:gd name="connsiteX2" fmla="*/ 5809477 w 11575605"/>
              <a:gd name="connsiteY2" fmla="*/ 4 h 1720849"/>
              <a:gd name="connsiteX3" fmla="*/ 11575605 w 11575605"/>
              <a:gd name="connsiteY3" fmla="*/ 609764 h 1720849"/>
              <a:gd name="connsiteX4" fmla="*/ 9609772 w 11575605"/>
              <a:gd name="connsiteY4" fmla="*/ 1720849 h 1720849"/>
              <a:gd name="connsiteX0" fmla="*/ 0 w 11575605"/>
              <a:gd name="connsiteY0" fmla="*/ 626760 h 1720849"/>
              <a:gd name="connsiteX1" fmla="*/ 5809477 w 11575605"/>
              <a:gd name="connsiteY1" fmla="*/ 4 h 1720849"/>
              <a:gd name="connsiteX2" fmla="*/ 11575605 w 11575605"/>
              <a:gd name="connsiteY2" fmla="*/ 609764 h 1720849"/>
              <a:gd name="connsiteX3" fmla="*/ 9609772 w 11575605"/>
              <a:gd name="connsiteY3" fmla="*/ 1720849 h 1720849"/>
              <a:gd name="connsiteX0" fmla="*/ 0 w 11575605"/>
              <a:gd name="connsiteY0" fmla="*/ 626760 h 626760"/>
              <a:gd name="connsiteX1" fmla="*/ 5809477 w 11575605"/>
              <a:gd name="connsiteY1" fmla="*/ 4 h 626760"/>
              <a:gd name="connsiteX2" fmla="*/ 11575605 w 11575605"/>
              <a:gd name="connsiteY2" fmla="*/ 609764 h 626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75605" h="626760">
                <a:moveTo>
                  <a:pt x="0" y="626760"/>
                </a:moveTo>
                <a:cubicBezTo>
                  <a:pt x="1728228" y="218748"/>
                  <a:pt x="3746287" y="1030"/>
                  <a:pt x="5809477" y="4"/>
                </a:cubicBezTo>
                <a:cubicBezTo>
                  <a:pt x="7853204" y="-1012"/>
                  <a:pt x="9854683" y="210641"/>
                  <a:pt x="11575605" y="609764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8DBE0E-AB59-532F-921C-C32E407024DA}"/>
              </a:ext>
            </a:extLst>
          </p:cNvPr>
          <p:cNvSpPr>
            <a:spLocks/>
          </p:cNvSpPr>
          <p:nvPr userDrawn="1"/>
        </p:nvSpPr>
        <p:spPr>
          <a:xfrm>
            <a:off x="-1" y="6305555"/>
            <a:ext cx="12125325" cy="5524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BD44FC9-82DD-F837-788A-082157C08D6F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431801" y="603700"/>
            <a:ext cx="11324771" cy="2160543"/>
          </a:xfrm>
        </p:spPr>
        <p:txBody>
          <a:bodyPr lIns="180000" tIns="288000" bIns="0" anchor="t">
            <a:spAutoFit/>
          </a:bodyPr>
          <a:lstStyle>
            <a:lvl1pPr algn="l">
              <a:lnSpc>
                <a:spcPct val="80000"/>
              </a:lnSpc>
              <a:defRPr sz="7200" cap="all" baseline="0">
                <a:solidFill>
                  <a:schemeClr val="bg1"/>
                </a:solidFill>
                <a:effectLst>
                  <a:outerShdw blurRad="381000" dist="38100" dir="2700000" algn="tl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r>
              <a:rPr lang="fr-FR" err="1"/>
              <a:t>Title</a:t>
            </a:r>
            <a:r>
              <a:rPr lang="fr-FR"/>
              <a:t> of the </a:t>
            </a:r>
            <a:r>
              <a:rPr lang="fr-FR" err="1"/>
              <a:t>presentation</a:t>
            </a:r>
            <a:endParaRPr lang="en-GB"/>
          </a:p>
        </p:txBody>
      </p: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14ECD80C-6428-9B24-0E4D-E16CEFEF9586}"/>
              </a:ext>
            </a:extLst>
          </p:cNvPr>
          <p:cNvGrpSpPr/>
          <p:nvPr userDrawn="1"/>
        </p:nvGrpSpPr>
        <p:grpSpPr>
          <a:xfrm>
            <a:off x="-2113804" y="4"/>
            <a:ext cx="1885827" cy="1528109"/>
            <a:chOff x="4867566" y="1651754"/>
            <a:chExt cx="1885826" cy="1528110"/>
          </a:xfrm>
        </p:grpSpPr>
        <p:sp>
          <p:nvSpPr>
            <p:cNvPr id="51" name="Freeform 5">
              <a:extLst>
                <a:ext uri="{FF2B5EF4-FFF2-40B4-BE49-F238E27FC236}">
                  <a16:creationId xmlns:a16="http://schemas.microsoft.com/office/drawing/2014/main" id="{327F99F8-D484-9ED0-AB73-63E7832E56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B54E7B5-5347-6EE0-4463-0AA0438A4F65}"/>
                </a:ext>
              </a:extLst>
            </p:cNvPr>
            <p:cNvSpPr/>
            <p:nvPr/>
          </p:nvSpPr>
          <p:spPr>
            <a:xfrm>
              <a:off x="4867566" y="2010312"/>
              <a:ext cx="1885826" cy="116955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46" marR="0" lvl="0" indent="-171446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46" marR="0" lvl="0" indent="-171446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46" marR="0" lvl="0" indent="-171446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39C4B8A8-E5AA-27B3-5275-1330321475E6}"/>
              </a:ext>
            </a:extLst>
          </p:cNvPr>
          <p:cNvGrpSpPr/>
          <p:nvPr userDrawn="1"/>
        </p:nvGrpSpPr>
        <p:grpSpPr>
          <a:xfrm>
            <a:off x="12400481" y="4"/>
            <a:ext cx="1885827" cy="1528109"/>
            <a:chOff x="4867566" y="1651754"/>
            <a:chExt cx="1885826" cy="1528110"/>
          </a:xfrm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32951F63-2036-5AD9-EB99-B39DBC8567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7FCF20F-6543-BBEC-2FC2-CE5713EF8ED6}"/>
                </a:ext>
              </a:extLst>
            </p:cNvPr>
            <p:cNvSpPr/>
            <p:nvPr/>
          </p:nvSpPr>
          <p:spPr>
            <a:xfrm>
              <a:off x="4867566" y="2010312"/>
              <a:ext cx="1885826" cy="116955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46" lvl="0" indent="-171446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46" lvl="0" indent="-171446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46" lvl="0" indent="-171446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pic>
        <p:nvPicPr>
          <p:cNvPr id="18" name="Picture 17" descr="Une image contenant Graphique, Police, logo, graphisme&#10;&#10;Description générée automatiquement">
            <a:extLst>
              <a:ext uri="{FF2B5EF4-FFF2-40B4-BE49-F238E27FC236}">
                <a16:creationId xmlns:a16="http://schemas.microsoft.com/office/drawing/2014/main" id="{6E5B9C86-6503-DDE8-7B8B-7563CB69C0D6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8282" y="6067171"/>
            <a:ext cx="1695447" cy="356044"/>
          </a:xfrm>
          <a:prstGeom prst="rect">
            <a:avLst/>
          </a:prstGeom>
        </p:spPr>
      </p:pic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7E2018C9-6FAF-66A0-FC77-17202EE7E6E4}"/>
              </a:ext>
            </a:extLst>
          </p:cNvPr>
          <p:cNvSpPr/>
          <p:nvPr userDrawn="1"/>
        </p:nvSpPr>
        <p:spPr>
          <a:xfrm>
            <a:off x="114300" y="5308759"/>
            <a:ext cx="235744" cy="1066800"/>
          </a:xfrm>
          <a:custGeom>
            <a:avLst/>
            <a:gdLst>
              <a:gd name="connsiteX0" fmla="*/ 0 w 260984"/>
              <a:gd name="connsiteY0" fmla="*/ 0 h 1066800"/>
              <a:gd name="connsiteX1" fmla="*/ 100013 w 260984"/>
              <a:gd name="connsiteY1" fmla="*/ 0 h 1066800"/>
              <a:gd name="connsiteX2" fmla="*/ 100013 w 260984"/>
              <a:gd name="connsiteY2" fmla="*/ 826544 h 1066800"/>
              <a:gd name="connsiteX3" fmla="*/ 249782 w 260984"/>
              <a:gd name="connsiteY3" fmla="*/ 976313 h 1066800"/>
              <a:gd name="connsiteX4" fmla="*/ 260984 w 260984"/>
              <a:gd name="connsiteY4" fmla="*/ 976313 h 1066800"/>
              <a:gd name="connsiteX5" fmla="*/ 260984 w 260984"/>
              <a:gd name="connsiteY5" fmla="*/ 1066800 h 1066800"/>
              <a:gd name="connsiteX6" fmla="*/ 0 w 260984"/>
              <a:gd name="connsiteY6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0984" h="1066800">
                <a:moveTo>
                  <a:pt x="0" y="0"/>
                </a:moveTo>
                <a:lnTo>
                  <a:pt x="100013" y="0"/>
                </a:lnTo>
                <a:lnTo>
                  <a:pt x="100013" y="826544"/>
                </a:lnTo>
                <a:cubicBezTo>
                  <a:pt x="100013" y="909259"/>
                  <a:pt x="167067" y="976313"/>
                  <a:pt x="249782" y="976313"/>
                </a:cubicBezTo>
                <a:lnTo>
                  <a:pt x="260984" y="976313"/>
                </a:lnTo>
                <a:lnTo>
                  <a:pt x="260984" y="1066800"/>
                </a:lnTo>
                <a:lnTo>
                  <a:pt x="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BE7C1234-9BF8-54F2-967C-B0C1E9558626}"/>
              </a:ext>
            </a:extLst>
          </p:cNvPr>
          <p:cNvSpPr/>
          <p:nvPr userDrawn="1"/>
        </p:nvSpPr>
        <p:spPr>
          <a:xfrm flipH="1">
            <a:off x="11842756" y="5308759"/>
            <a:ext cx="235744" cy="1066800"/>
          </a:xfrm>
          <a:custGeom>
            <a:avLst/>
            <a:gdLst>
              <a:gd name="connsiteX0" fmla="*/ 0 w 260984"/>
              <a:gd name="connsiteY0" fmla="*/ 0 h 1066800"/>
              <a:gd name="connsiteX1" fmla="*/ 100013 w 260984"/>
              <a:gd name="connsiteY1" fmla="*/ 0 h 1066800"/>
              <a:gd name="connsiteX2" fmla="*/ 100013 w 260984"/>
              <a:gd name="connsiteY2" fmla="*/ 826544 h 1066800"/>
              <a:gd name="connsiteX3" fmla="*/ 249782 w 260984"/>
              <a:gd name="connsiteY3" fmla="*/ 976313 h 1066800"/>
              <a:gd name="connsiteX4" fmla="*/ 260984 w 260984"/>
              <a:gd name="connsiteY4" fmla="*/ 976313 h 1066800"/>
              <a:gd name="connsiteX5" fmla="*/ 260984 w 260984"/>
              <a:gd name="connsiteY5" fmla="*/ 1066800 h 1066800"/>
              <a:gd name="connsiteX6" fmla="*/ 0 w 260984"/>
              <a:gd name="connsiteY6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0984" h="1066800">
                <a:moveTo>
                  <a:pt x="0" y="0"/>
                </a:moveTo>
                <a:lnTo>
                  <a:pt x="100013" y="0"/>
                </a:lnTo>
                <a:lnTo>
                  <a:pt x="100013" y="826544"/>
                </a:lnTo>
                <a:cubicBezTo>
                  <a:pt x="100013" y="909259"/>
                  <a:pt x="167067" y="976313"/>
                  <a:pt x="249782" y="976313"/>
                </a:cubicBezTo>
                <a:lnTo>
                  <a:pt x="260984" y="976313"/>
                </a:lnTo>
                <a:lnTo>
                  <a:pt x="260984" y="1066800"/>
                </a:lnTo>
                <a:lnTo>
                  <a:pt x="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C209199B-CC1B-78B3-9646-EFADA779D08B}"/>
              </a:ext>
            </a:extLst>
          </p:cNvPr>
          <p:cNvSpPr/>
          <p:nvPr userDrawn="1"/>
        </p:nvSpPr>
        <p:spPr>
          <a:xfrm>
            <a:off x="0" y="-3175"/>
            <a:ext cx="12192000" cy="6858000"/>
          </a:xfrm>
          <a:custGeom>
            <a:avLst/>
            <a:gdLst>
              <a:gd name="connsiteX0" fmla="*/ 342070 w 12192000"/>
              <a:gd name="connsiteY0" fmla="*/ 219075 h 6858000"/>
              <a:gd name="connsiteX1" fmla="*/ 203200 w 12192000"/>
              <a:gd name="connsiteY1" fmla="*/ 357945 h 6858000"/>
              <a:gd name="connsiteX2" fmla="*/ 203200 w 12192000"/>
              <a:gd name="connsiteY2" fmla="*/ 6506405 h 6858000"/>
              <a:gd name="connsiteX3" fmla="*/ 342070 w 12192000"/>
              <a:gd name="connsiteY3" fmla="*/ 6645275 h 6858000"/>
              <a:gd name="connsiteX4" fmla="*/ 11837230 w 12192000"/>
              <a:gd name="connsiteY4" fmla="*/ 6645275 h 6858000"/>
              <a:gd name="connsiteX5" fmla="*/ 11976100 w 12192000"/>
              <a:gd name="connsiteY5" fmla="*/ 6506405 h 6858000"/>
              <a:gd name="connsiteX6" fmla="*/ 11976100 w 12192000"/>
              <a:gd name="connsiteY6" fmla="*/ 357945 h 6858000"/>
              <a:gd name="connsiteX7" fmla="*/ 11837230 w 12192000"/>
              <a:gd name="connsiteY7" fmla="*/ 219075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342070" y="219075"/>
                </a:moveTo>
                <a:cubicBezTo>
                  <a:pt x="265374" y="219075"/>
                  <a:pt x="203200" y="281249"/>
                  <a:pt x="203200" y="357945"/>
                </a:cubicBezTo>
                <a:lnTo>
                  <a:pt x="203200" y="6506405"/>
                </a:lnTo>
                <a:cubicBezTo>
                  <a:pt x="203200" y="6583101"/>
                  <a:pt x="265374" y="6645275"/>
                  <a:pt x="342070" y="6645275"/>
                </a:cubicBezTo>
                <a:lnTo>
                  <a:pt x="11837230" y="6645275"/>
                </a:lnTo>
                <a:cubicBezTo>
                  <a:pt x="11913926" y="6645275"/>
                  <a:pt x="11976100" y="6583101"/>
                  <a:pt x="11976100" y="6506405"/>
                </a:cubicBezTo>
                <a:lnTo>
                  <a:pt x="11976100" y="357945"/>
                </a:lnTo>
                <a:cubicBezTo>
                  <a:pt x="11976100" y="281249"/>
                  <a:pt x="11913926" y="219075"/>
                  <a:pt x="11837230" y="21907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/>
          </a:p>
        </p:txBody>
      </p:sp>
      <p:pic>
        <p:nvPicPr>
          <p:cNvPr id="43" name="Graphique 42">
            <a:extLst>
              <a:ext uri="{FF2B5EF4-FFF2-40B4-BE49-F238E27FC236}">
                <a16:creationId xmlns:a16="http://schemas.microsoft.com/office/drawing/2014/main" id="{01D6153B-97A1-3966-D1C0-E44A64B7E6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431"/>
          <a:stretch>
            <a:fillRect/>
          </a:stretch>
        </p:blipFill>
        <p:spPr>
          <a:xfrm>
            <a:off x="4624389" y="10807"/>
            <a:ext cx="2319739" cy="507999"/>
          </a:xfrm>
          <a:custGeom>
            <a:avLst/>
            <a:gdLst>
              <a:gd name="connsiteX0" fmla="*/ 0 w 2409825"/>
              <a:gd name="connsiteY0" fmla="*/ 0 h 550069"/>
              <a:gd name="connsiteX1" fmla="*/ 2409825 w 2409825"/>
              <a:gd name="connsiteY1" fmla="*/ 0 h 550069"/>
              <a:gd name="connsiteX2" fmla="*/ 2409825 w 2409825"/>
              <a:gd name="connsiteY2" fmla="*/ 550069 h 550069"/>
              <a:gd name="connsiteX3" fmla="*/ 0 w 2409825"/>
              <a:gd name="connsiteY3" fmla="*/ 550069 h 55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9825" h="550069">
                <a:moveTo>
                  <a:pt x="0" y="0"/>
                </a:moveTo>
                <a:lnTo>
                  <a:pt x="2409825" y="0"/>
                </a:lnTo>
                <a:lnTo>
                  <a:pt x="2409825" y="550069"/>
                </a:lnTo>
                <a:lnTo>
                  <a:pt x="0" y="550069"/>
                </a:lnTo>
                <a:close/>
              </a:path>
            </a:pathLst>
          </a:custGeom>
        </p:spPr>
      </p:pic>
      <p:pic>
        <p:nvPicPr>
          <p:cNvPr id="41" name="Graphique 40">
            <a:extLst>
              <a:ext uri="{FF2B5EF4-FFF2-40B4-BE49-F238E27FC236}">
                <a16:creationId xmlns:a16="http://schemas.microsoft.com/office/drawing/2014/main" id="{9C23CE86-6A84-5E52-BA3F-9DD1F6DBB4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431"/>
          <a:stretch>
            <a:fillRect/>
          </a:stretch>
        </p:blipFill>
        <p:spPr>
          <a:xfrm flipH="1">
            <a:off x="5247877" y="10806"/>
            <a:ext cx="2319739" cy="507997"/>
          </a:xfrm>
          <a:custGeom>
            <a:avLst/>
            <a:gdLst>
              <a:gd name="connsiteX0" fmla="*/ 2409825 w 2409825"/>
              <a:gd name="connsiteY0" fmla="*/ 0 h 550068"/>
              <a:gd name="connsiteX1" fmla="*/ 0 w 2409825"/>
              <a:gd name="connsiteY1" fmla="*/ 0 h 550068"/>
              <a:gd name="connsiteX2" fmla="*/ 0 w 2409825"/>
              <a:gd name="connsiteY2" fmla="*/ 550068 h 550068"/>
              <a:gd name="connsiteX3" fmla="*/ 2409825 w 2409825"/>
              <a:gd name="connsiteY3" fmla="*/ 550068 h 550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9825" h="550068">
                <a:moveTo>
                  <a:pt x="2409825" y="0"/>
                </a:moveTo>
                <a:lnTo>
                  <a:pt x="0" y="0"/>
                </a:lnTo>
                <a:lnTo>
                  <a:pt x="0" y="550068"/>
                </a:lnTo>
                <a:lnTo>
                  <a:pt x="2409825" y="550068"/>
                </a:lnTo>
                <a:close/>
              </a:path>
            </a:pathLst>
          </a:custGeom>
        </p:spPr>
      </p:pic>
      <p:sp>
        <p:nvSpPr>
          <p:cNvPr id="45" name="ZoneTexte 44">
            <a:extLst>
              <a:ext uri="{FF2B5EF4-FFF2-40B4-BE49-F238E27FC236}">
                <a16:creationId xmlns:a16="http://schemas.microsoft.com/office/drawing/2014/main" id="{2CF41C78-690D-50FD-61A8-DA92D52B6803}"/>
              </a:ext>
            </a:extLst>
          </p:cNvPr>
          <p:cNvSpPr txBox="1"/>
          <p:nvPr userDrawn="1"/>
        </p:nvSpPr>
        <p:spPr>
          <a:xfrm>
            <a:off x="5120030" y="117640"/>
            <a:ext cx="1945854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fr-FR"/>
            </a:defPPr>
            <a:lvl1pPr algn="ctr">
              <a:defRPr sz="1600" b="0">
                <a:cs typeface="Space Grotesk" pitchFamily="2" charset="0"/>
              </a:defRPr>
            </a:lvl1pPr>
          </a:lstStyle>
          <a:p>
            <a:pPr lvl="0"/>
            <a:r>
              <a:rPr lang="en-GB" sz="1600">
                <a:solidFill>
                  <a:schemeClr val="tx1"/>
                </a:solidFill>
              </a:rPr>
              <a:t>AIRCRAFT ENGINES</a:t>
            </a:r>
          </a:p>
        </p:txBody>
      </p:sp>
      <p:sp>
        <p:nvSpPr>
          <p:cNvPr id="39" name="Forme libre : forme 38">
            <a:extLst>
              <a:ext uri="{FF2B5EF4-FFF2-40B4-BE49-F238E27FC236}">
                <a16:creationId xmlns:a16="http://schemas.microsoft.com/office/drawing/2014/main" id="{6977CA17-93FC-6A5E-35AE-37F10844291B}"/>
              </a:ext>
            </a:extLst>
          </p:cNvPr>
          <p:cNvSpPr/>
          <p:nvPr userDrawn="1"/>
        </p:nvSpPr>
        <p:spPr>
          <a:xfrm rot="16200000" flipH="1">
            <a:off x="4460521" y="-324924"/>
            <a:ext cx="172967" cy="1066800"/>
          </a:xfrm>
          <a:custGeom>
            <a:avLst/>
            <a:gdLst>
              <a:gd name="connsiteX0" fmla="*/ 0 w 201215"/>
              <a:gd name="connsiteY0" fmla="*/ 0 h 1066800"/>
              <a:gd name="connsiteX1" fmla="*/ 0 w 201215"/>
              <a:gd name="connsiteY1" fmla="*/ 1066800 h 1066800"/>
              <a:gd name="connsiteX2" fmla="*/ 201215 w 201215"/>
              <a:gd name="connsiteY2" fmla="*/ 1066800 h 1066800"/>
              <a:gd name="connsiteX3" fmla="*/ 201215 w 201215"/>
              <a:gd name="connsiteY3" fmla="*/ 970857 h 1066800"/>
              <a:gd name="connsiteX4" fmla="*/ 172967 w 201215"/>
              <a:gd name="connsiteY4" fmla="*/ 964544 h 1066800"/>
              <a:gd name="connsiteX5" fmla="*/ 90341 w 201215"/>
              <a:gd name="connsiteY5" fmla="*/ 826544 h 1066800"/>
              <a:gd name="connsiteX6" fmla="*/ 90341 w 201215"/>
              <a:gd name="connsiteY6" fmla="*/ 0 h 1066800"/>
              <a:gd name="connsiteX0" fmla="*/ 201215 w 292655"/>
              <a:gd name="connsiteY0" fmla="*/ 1066800 h 1158240"/>
              <a:gd name="connsiteX1" fmla="*/ 201215 w 292655"/>
              <a:gd name="connsiteY1" fmla="*/ 970857 h 1158240"/>
              <a:gd name="connsiteX2" fmla="*/ 172967 w 292655"/>
              <a:gd name="connsiteY2" fmla="*/ 964544 h 1158240"/>
              <a:gd name="connsiteX3" fmla="*/ 90341 w 292655"/>
              <a:gd name="connsiteY3" fmla="*/ 826544 h 1158240"/>
              <a:gd name="connsiteX4" fmla="*/ 90341 w 292655"/>
              <a:gd name="connsiteY4" fmla="*/ 0 h 1158240"/>
              <a:gd name="connsiteX5" fmla="*/ 0 w 292655"/>
              <a:gd name="connsiteY5" fmla="*/ 0 h 1158240"/>
              <a:gd name="connsiteX6" fmla="*/ 0 w 292655"/>
              <a:gd name="connsiteY6" fmla="*/ 1066800 h 1158240"/>
              <a:gd name="connsiteX7" fmla="*/ 292655 w 292655"/>
              <a:gd name="connsiteY7" fmla="*/ 1158240 h 1158240"/>
              <a:gd name="connsiteX0" fmla="*/ 201215 w 201215"/>
              <a:gd name="connsiteY0" fmla="*/ 1066800 h 1066800"/>
              <a:gd name="connsiteX1" fmla="*/ 201215 w 201215"/>
              <a:gd name="connsiteY1" fmla="*/ 970857 h 1066800"/>
              <a:gd name="connsiteX2" fmla="*/ 172967 w 201215"/>
              <a:gd name="connsiteY2" fmla="*/ 964544 h 1066800"/>
              <a:gd name="connsiteX3" fmla="*/ 90341 w 201215"/>
              <a:gd name="connsiteY3" fmla="*/ 826544 h 1066800"/>
              <a:gd name="connsiteX4" fmla="*/ 90341 w 201215"/>
              <a:gd name="connsiteY4" fmla="*/ 0 h 1066800"/>
              <a:gd name="connsiteX5" fmla="*/ 0 w 201215"/>
              <a:gd name="connsiteY5" fmla="*/ 0 h 1066800"/>
              <a:gd name="connsiteX6" fmla="*/ 0 w 201215"/>
              <a:gd name="connsiteY6" fmla="*/ 1066800 h 1066800"/>
              <a:gd name="connsiteX0" fmla="*/ 201215 w 201215"/>
              <a:gd name="connsiteY0" fmla="*/ 970857 h 1066800"/>
              <a:gd name="connsiteX1" fmla="*/ 172967 w 201215"/>
              <a:gd name="connsiteY1" fmla="*/ 964544 h 1066800"/>
              <a:gd name="connsiteX2" fmla="*/ 90341 w 201215"/>
              <a:gd name="connsiteY2" fmla="*/ 826544 h 1066800"/>
              <a:gd name="connsiteX3" fmla="*/ 90341 w 201215"/>
              <a:gd name="connsiteY3" fmla="*/ 0 h 1066800"/>
              <a:gd name="connsiteX4" fmla="*/ 0 w 201215"/>
              <a:gd name="connsiteY4" fmla="*/ 0 h 1066800"/>
              <a:gd name="connsiteX5" fmla="*/ 0 w 201215"/>
              <a:gd name="connsiteY5" fmla="*/ 1066800 h 1066800"/>
              <a:gd name="connsiteX0" fmla="*/ 172967 w 172967"/>
              <a:gd name="connsiteY0" fmla="*/ 964544 h 1066800"/>
              <a:gd name="connsiteX1" fmla="*/ 90341 w 172967"/>
              <a:gd name="connsiteY1" fmla="*/ 826544 h 1066800"/>
              <a:gd name="connsiteX2" fmla="*/ 90341 w 172967"/>
              <a:gd name="connsiteY2" fmla="*/ 0 h 1066800"/>
              <a:gd name="connsiteX3" fmla="*/ 0 w 172967"/>
              <a:gd name="connsiteY3" fmla="*/ 0 h 1066800"/>
              <a:gd name="connsiteX4" fmla="*/ 0 w 172967"/>
              <a:gd name="connsiteY4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967" h="1066800">
                <a:moveTo>
                  <a:pt x="172967" y="964544"/>
                </a:moveTo>
                <a:cubicBezTo>
                  <a:pt x="124411" y="941807"/>
                  <a:pt x="90341" y="888580"/>
                  <a:pt x="90341" y="826544"/>
                </a:cubicBezTo>
                <a:lnTo>
                  <a:pt x="90341" y="0"/>
                </a:lnTo>
                <a:lnTo>
                  <a:pt x="0" y="0"/>
                </a:lnTo>
                <a:lnTo>
                  <a:pt x="0" y="1066800"/>
                </a:ln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A3A2BBC2-501B-F0C1-42D1-4B9E5A5A7942}"/>
              </a:ext>
            </a:extLst>
          </p:cNvPr>
          <p:cNvSpPr/>
          <p:nvPr userDrawn="1"/>
        </p:nvSpPr>
        <p:spPr>
          <a:xfrm rot="5400000">
            <a:off x="7558530" y="-324924"/>
            <a:ext cx="172967" cy="1066800"/>
          </a:xfrm>
          <a:custGeom>
            <a:avLst/>
            <a:gdLst>
              <a:gd name="connsiteX0" fmla="*/ 0 w 201215"/>
              <a:gd name="connsiteY0" fmla="*/ 0 h 1066800"/>
              <a:gd name="connsiteX1" fmla="*/ 0 w 201215"/>
              <a:gd name="connsiteY1" fmla="*/ 1066800 h 1066800"/>
              <a:gd name="connsiteX2" fmla="*/ 201215 w 201215"/>
              <a:gd name="connsiteY2" fmla="*/ 1066800 h 1066800"/>
              <a:gd name="connsiteX3" fmla="*/ 201215 w 201215"/>
              <a:gd name="connsiteY3" fmla="*/ 970857 h 1066800"/>
              <a:gd name="connsiteX4" fmla="*/ 172967 w 201215"/>
              <a:gd name="connsiteY4" fmla="*/ 964544 h 1066800"/>
              <a:gd name="connsiteX5" fmla="*/ 90341 w 201215"/>
              <a:gd name="connsiteY5" fmla="*/ 826544 h 1066800"/>
              <a:gd name="connsiteX6" fmla="*/ 90341 w 201215"/>
              <a:gd name="connsiteY6" fmla="*/ 0 h 1066800"/>
              <a:gd name="connsiteX0" fmla="*/ 201215 w 292655"/>
              <a:gd name="connsiteY0" fmla="*/ 1066800 h 1158240"/>
              <a:gd name="connsiteX1" fmla="*/ 201215 w 292655"/>
              <a:gd name="connsiteY1" fmla="*/ 970857 h 1158240"/>
              <a:gd name="connsiteX2" fmla="*/ 172967 w 292655"/>
              <a:gd name="connsiteY2" fmla="*/ 964544 h 1158240"/>
              <a:gd name="connsiteX3" fmla="*/ 90341 w 292655"/>
              <a:gd name="connsiteY3" fmla="*/ 826544 h 1158240"/>
              <a:gd name="connsiteX4" fmla="*/ 90341 w 292655"/>
              <a:gd name="connsiteY4" fmla="*/ 0 h 1158240"/>
              <a:gd name="connsiteX5" fmla="*/ 0 w 292655"/>
              <a:gd name="connsiteY5" fmla="*/ 0 h 1158240"/>
              <a:gd name="connsiteX6" fmla="*/ 0 w 292655"/>
              <a:gd name="connsiteY6" fmla="*/ 1066800 h 1158240"/>
              <a:gd name="connsiteX7" fmla="*/ 292655 w 292655"/>
              <a:gd name="connsiteY7" fmla="*/ 1158240 h 1158240"/>
              <a:gd name="connsiteX0" fmla="*/ 201215 w 201215"/>
              <a:gd name="connsiteY0" fmla="*/ 1066800 h 1066800"/>
              <a:gd name="connsiteX1" fmla="*/ 201215 w 201215"/>
              <a:gd name="connsiteY1" fmla="*/ 970857 h 1066800"/>
              <a:gd name="connsiteX2" fmla="*/ 172967 w 201215"/>
              <a:gd name="connsiteY2" fmla="*/ 964544 h 1066800"/>
              <a:gd name="connsiteX3" fmla="*/ 90341 w 201215"/>
              <a:gd name="connsiteY3" fmla="*/ 826544 h 1066800"/>
              <a:gd name="connsiteX4" fmla="*/ 90341 w 201215"/>
              <a:gd name="connsiteY4" fmla="*/ 0 h 1066800"/>
              <a:gd name="connsiteX5" fmla="*/ 0 w 201215"/>
              <a:gd name="connsiteY5" fmla="*/ 0 h 1066800"/>
              <a:gd name="connsiteX6" fmla="*/ 0 w 201215"/>
              <a:gd name="connsiteY6" fmla="*/ 1066800 h 1066800"/>
              <a:gd name="connsiteX0" fmla="*/ 201215 w 201215"/>
              <a:gd name="connsiteY0" fmla="*/ 970857 h 1066800"/>
              <a:gd name="connsiteX1" fmla="*/ 172967 w 201215"/>
              <a:gd name="connsiteY1" fmla="*/ 964544 h 1066800"/>
              <a:gd name="connsiteX2" fmla="*/ 90341 w 201215"/>
              <a:gd name="connsiteY2" fmla="*/ 826544 h 1066800"/>
              <a:gd name="connsiteX3" fmla="*/ 90341 w 201215"/>
              <a:gd name="connsiteY3" fmla="*/ 0 h 1066800"/>
              <a:gd name="connsiteX4" fmla="*/ 0 w 201215"/>
              <a:gd name="connsiteY4" fmla="*/ 0 h 1066800"/>
              <a:gd name="connsiteX5" fmla="*/ 0 w 201215"/>
              <a:gd name="connsiteY5" fmla="*/ 1066800 h 1066800"/>
              <a:gd name="connsiteX0" fmla="*/ 172967 w 172967"/>
              <a:gd name="connsiteY0" fmla="*/ 964544 h 1066800"/>
              <a:gd name="connsiteX1" fmla="*/ 90341 w 172967"/>
              <a:gd name="connsiteY1" fmla="*/ 826544 h 1066800"/>
              <a:gd name="connsiteX2" fmla="*/ 90341 w 172967"/>
              <a:gd name="connsiteY2" fmla="*/ 0 h 1066800"/>
              <a:gd name="connsiteX3" fmla="*/ 0 w 172967"/>
              <a:gd name="connsiteY3" fmla="*/ 0 h 1066800"/>
              <a:gd name="connsiteX4" fmla="*/ 0 w 172967"/>
              <a:gd name="connsiteY4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967" h="1066800">
                <a:moveTo>
                  <a:pt x="172967" y="964544"/>
                </a:moveTo>
                <a:cubicBezTo>
                  <a:pt x="124411" y="941807"/>
                  <a:pt x="90341" y="888580"/>
                  <a:pt x="90341" y="826544"/>
                </a:cubicBezTo>
                <a:lnTo>
                  <a:pt x="90341" y="0"/>
                </a:lnTo>
                <a:lnTo>
                  <a:pt x="0" y="0"/>
                </a:lnTo>
                <a:lnTo>
                  <a:pt x="0" y="1066800"/>
                </a:ln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D0B57296-C0F7-B665-CB0B-2F3AF6B44B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1666" y="3087735"/>
            <a:ext cx="184731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6971415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ULL SC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6633A7-0570-4272-9A48-35C8701B3475}"/>
              </a:ext>
            </a:extLst>
          </p:cNvPr>
          <p:cNvSpPr/>
          <p:nvPr userDrawn="1"/>
        </p:nvSpPr>
        <p:spPr>
          <a:xfrm>
            <a:off x="0" y="2393595"/>
            <a:ext cx="12192000" cy="4464408"/>
          </a:xfrm>
          <a:prstGeom prst="rect">
            <a:avLst/>
          </a:prstGeom>
          <a:gradFill flip="none" rotWithShape="1">
            <a:gsLst>
              <a:gs pos="100000">
                <a:schemeClr val="tx2">
                  <a:alpha val="0"/>
                </a:schemeClr>
              </a:gs>
              <a:gs pos="0">
                <a:schemeClr val="accent2">
                  <a:alpha val="57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399"/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9590BB62-E3E4-4D8C-8274-162D53D5B7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1869" y="1931859"/>
            <a:ext cx="10448264" cy="761564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ctr">
              <a:lnSpc>
                <a:spcPct val="90000"/>
              </a:lnSpc>
              <a:buNone/>
              <a:defRPr sz="4799" b="1">
                <a:solidFill>
                  <a:schemeClr val="bg1"/>
                </a:solidFill>
                <a:latin typeface="+mj-lt"/>
              </a:defRPr>
            </a:lvl1pPr>
            <a:lvl2pPr marL="245629" indent="0">
              <a:buNone/>
              <a:defRPr>
                <a:latin typeface="+mn-lt"/>
              </a:defRPr>
            </a:lvl2pPr>
            <a:lvl3pPr marL="457375" indent="0">
              <a:buNone/>
              <a:defRPr>
                <a:latin typeface="+mn-lt"/>
              </a:defRPr>
            </a:lvl3pPr>
            <a:lvl4pPr marL="1829486" indent="0">
              <a:buNone/>
              <a:defRPr>
                <a:latin typeface="+mn-lt"/>
              </a:defRPr>
            </a:lvl4pPr>
            <a:lvl5pPr marL="2439310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Lorem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000445AC-A451-4D20-B4D4-455E6F300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2761" y="2610514"/>
            <a:ext cx="10446483" cy="1406338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799" b="0" spc="-67" baseline="0">
                <a:solidFill>
                  <a:schemeClr val="bg1"/>
                </a:solidFill>
                <a:latin typeface="+mn-lt"/>
              </a:defRPr>
            </a:lvl1pPr>
            <a:lvl2pPr marL="245629" indent="0">
              <a:buNone/>
              <a:defRPr>
                <a:latin typeface="+mn-lt"/>
              </a:defRPr>
            </a:lvl2pPr>
            <a:lvl3pPr marL="457375" indent="0">
              <a:buNone/>
              <a:defRPr>
                <a:latin typeface="+mn-lt"/>
              </a:defRPr>
            </a:lvl3pPr>
            <a:lvl4pPr marL="1829486" indent="0">
              <a:buNone/>
              <a:defRPr>
                <a:latin typeface="+mn-lt"/>
              </a:defRPr>
            </a:lvl4pPr>
            <a:lvl5pPr marL="2439310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Suspendisse </a:t>
            </a:r>
            <a:r>
              <a:rPr lang="fr-FR" err="1"/>
              <a:t>fermentum</a:t>
            </a:r>
            <a:r>
              <a:rPr lang="fr-FR"/>
              <a:t> </a:t>
            </a:r>
            <a:r>
              <a:rPr lang="fr-FR" err="1"/>
              <a:t>dui</a:t>
            </a:r>
            <a:r>
              <a:rPr lang="fr-FR"/>
              <a:t> ipsum,</a:t>
            </a:r>
            <a:br>
              <a:rPr lang="fr-FR"/>
            </a:br>
            <a:r>
              <a:rPr lang="fr-FR" err="1"/>
              <a:t>vel</a:t>
            </a:r>
            <a:r>
              <a:rPr lang="fr-FR"/>
              <a:t> </a:t>
            </a:r>
            <a:r>
              <a:rPr lang="fr-FR" err="1"/>
              <a:t>tempus</a:t>
            </a:r>
            <a:r>
              <a:rPr lang="fr-FR"/>
              <a:t> </a:t>
            </a:r>
            <a:r>
              <a:rPr lang="fr-FR" err="1"/>
              <a:t>tellus</a:t>
            </a:r>
            <a:r>
              <a:rPr lang="fr-FR"/>
              <a:t> </a:t>
            </a:r>
            <a:r>
              <a:rPr lang="fr-FR" err="1"/>
              <a:t>sagittis</a:t>
            </a:r>
            <a:r>
              <a:rPr lang="fr-FR"/>
              <a:t> non</a:t>
            </a:r>
          </a:p>
        </p:txBody>
      </p:sp>
      <p:sp>
        <p:nvSpPr>
          <p:cNvPr id="24" name="fc" descr="  ">
            <a:extLst>
              <a:ext uri="{FF2B5EF4-FFF2-40B4-BE49-F238E27FC236}">
                <a16:creationId xmlns:a16="http://schemas.microsoft.com/office/drawing/2014/main" id="{8F174C34-F654-4FB4-B759-68127139EB0D}"/>
              </a:ext>
            </a:extLst>
          </p:cNvPr>
          <p:cNvSpPr txBox="1"/>
          <p:nvPr userDrawn="1"/>
        </p:nvSpPr>
        <p:spPr>
          <a:xfrm>
            <a:off x="0" y="6431409"/>
            <a:ext cx="12192000" cy="2666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1133" b="0" i="0" u="none" baseline="0">
                <a:solidFill>
                  <a:schemeClr val="bg1"/>
                </a:solidFill>
                <a:latin typeface="Microsoft Sans Serif" panose="020B0604020202020204" pitchFamily="34" charset="0"/>
              </a:rPr>
              <a:t>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4E204EE-217E-83D7-C391-7B013F7DEB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rcRect/>
          <a:stretch/>
        </p:blipFill>
        <p:spPr>
          <a:xfrm>
            <a:off x="10716751" y="6447677"/>
            <a:ext cx="1090180" cy="230791"/>
          </a:xfrm>
          <a:prstGeom prst="rect">
            <a:avLst/>
          </a:prstGeom>
          <a:noFill/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79EEA4EF-1490-7AB4-3D88-7B3E1D8C8899}"/>
              </a:ext>
            </a:extLst>
          </p:cNvPr>
          <p:cNvGrpSpPr/>
          <p:nvPr userDrawn="1"/>
        </p:nvGrpSpPr>
        <p:grpSpPr>
          <a:xfrm>
            <a:off x="-2113804" y="4"/>
            <a:ext cx="1885827" cy="1528109"/>
            <a:chOff x="4867566" y="1651754"/>
            <a:chExt cx="1885826" cy="1528110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E5C2747-7836-762D-0647-6E0A50059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684CA76-CF82-5167-2066-0AF07224D5CA}"/>
                </a:ext>
              </a:extLst>
            </p:cNvPr>
            <p:cNvSpPr/>
            <p:nvPr/>
          </p:nvSpPr>
          <p:spPr>
            <a:xfrm>
              <a:off x="4867566" y="2010312"/>
              <a:ext cx="1885826" cy="116955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46" marR="0" lvl="0" indent="-171446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46" marR="0" lvl="0" indent="-171446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46" marR="0" lvl="0" indent="-171446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3F64152A-DDFB-7A52-F4A7-032E2EADBE17}"/>
              </a:ext>
            </a:extLst>
          </p:cNvPr>
          <p:cNvGrpSpPr/>
          <p:nvPr userDrawn="1"/>
        </p:nvGrpSpPr>
        <p:grpSpPr>
          <a:xfrm>
            <a:off x="12400481" y="4"/>
            <a:ext cx="1885827" cy="1528109"/>
            <a:chOff x="4867566" y="1651754"/>
            <a:chExt cx="1885826" cy="1528110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5FE168D8-5C68-9337-6639-2B7E4CDCE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19D659-AE96-1DEF-1E56-5BF3D099E7AA}"/>
                </a:ext>
              </a:extLst>
            </p:cNvPr>
            <p:cNvSpPr/>
            <p:nvPr/>
          </p:nvSpPr>
          <p:spPr>
            <a:xfrm>
              <a:off x="4867566" y="2010312"/>
              <a:ext cx="1885826" cy="116955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46" lvl="0" indent="-171446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46" lvl="0" indent="-171446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46" lvl="0" indent="-171446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3F5885AC-4BB7-C51E-EBB0-4E7567932992}"/>
              </a:ext>
            </a:extLst>
          </p:cNvPr>
          <p:cNvSpPr txBox="1"/>
          <p:nvPr userDrawn="1"/>
        </p:nvSpPr>
        <p:spPr>
          <a:xfrm>
            <a:off x="383117" y="6549570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1"/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" name="Espace réservé du pied de page 4">
            <a:extLst>
              <a:ext uri="{FF2B5EF4-FFF2-40B4-BE49-F238E27FC236}">
                <a16:creationId xmlns:a16="http://schemas.microsoft.com/office/drawing/2014/main" id="{BF034461-5944-C6B4-F924-FEC681F5F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3" y="6303050"/>
            <a:ext cx="8944271" cy="254044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1">
                <a:solidFill>
                  <a:schemeClr val="bg1"/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8322925D-DF45-F1BF-C93C-30F27A904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07930" y="6292563"/>
            <a:ext cx="410690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bg1"/>
                </a:solidFill>
              </a:defRPr>
            </a:lvl1pPr>
          </a:lstStyle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A7A14D1B-F1B7-229C-8189-0C3BE27957AA}"/>
              </a:ext>
            </a:extLst>
          </p:cNvPr>
          <p:cNvCxnSpPr>
            <a:cxnSpLocks/>
          </p:cNvCxnSpPr>
          <p:nvPr userDrawn="1"/>
        </p:nvCxnSpPr>
        <p:spPr>
          <a:xfrm>
            <a:off x="656929" y="6360295"/>
            <a:ext cx="0" cy="144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946570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43826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F4275CF-95CE-BCA6-96E1-1283473E8A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/>
          <a:lstStyle/>
          <a:p>
            <a:pPr lvl="0"/>
            <a:r>
              <a:rPr lang="en-US"/>
              <a:t>Click here to add text 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23B65914-3E95-9769-13F1-60E51F6D22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here to add a title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4245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GROUP COVER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ce réservé pour une image  7">
            <a:extLst>
              <a:ext uri="{FF2B5EF4-FFF2-40B4-BE49-F238E27FC236}">
                <a16:creationId xmlns:a16="http://schemas.microsoft.com/office/drawing/2014/main" id="{E0B25054-2C44-C74F-1F7B-83EC8E0E4C9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36584" y="0"/>
            <a:ext cx="7355416" cy="6858000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377EA998-C783-46B4-8BD4-7807D686D2D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75965" y="6162906"/>
            <a:ext cx="1089215" cy="228179"/>
          </a:xfrm>
          <a:prstGeom prst="rect">
            <a:avLst/>
          </a:prstGeom>
        </p:spPr>
      </p:pic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356384"/>
            <a:ext cx="4074896" cy="148432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3465" b="1">
                <a:latin typeface="+mn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da-DK"/>
              <a:t>Lorem ipsum</a:t>
            </a:r>
            <a:br>
              <a:rPr lang="da-DK"/>
            </a:br>
            <a:r>
              <a:rPr lang="da-DK"/>
              <a:t>dolor sit amet</a:t>
            </a:r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D7918B-95F6-461E-8D78-0189AACAD879}"/>
              </a:ext>
            </a:extLst>
          </p:cNvPr>
          <p:cNvSpPr/>
          <p:nvPr/>
        </p:nvSpPr>
        <p:spPr>
          <a:xfrm>
            <a:off x="383117" y="371833"/>
            <a:ext cx="4074896" cy="5155196"/>
          </a:xfrm>
          <a:prstGeom prst="rect">
            <a:avLst/>
          </a:prstGeom>
          <a:noFill/>
          <a:ln w="5080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D7918B-95F6-461E-8D78-0189AACAD879}"/>
              </a:ext>
            </a:extLst>
          </p:cNvPr>
          <p:cNvSpPr/>
          <p:nvPr/>
        </p:nvSpPr>
        <p:spPr>
          <a:xfrm>
            <a:off x="1347765" y="371837"/>
            <a:ext cx="2145600" cy="475053"/>
          </a:xfrm>
          <a:prstGeom prst="rect">
            <a:avLst/>
          </a:prstGeom>
          <a:noFill/>
          <a:ln w="5080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spc="133">
                <a:latin typeface="Arial" panose="020B0604020202020204" pitchFamily="34" charset="0"/>
                <a:cs typeface="Arial" panose="020B0604020202020204" pitchFamily="34" charset="0"/>
              </a:rPr>
              <a:t>AIRCRAFT</a:t>
            </a:r>
            <a:r>
              <a:rPr lang="fr-FR" sz="800" b="1" spc="133" baseline="0">
                <a:latin typeface="Arial" panose="020B0604020202020204" pitchFamily="34" charset="0"/>
                <a:cs typeface="Arial" panose="020B0604020202020204" pitchFamily="34" charset="0"/>
              </a:rPr>
              <a:t> ENGINES</a:t>
            </a:r>
            <a:endParaRPr lang="fr-FR" sz="800" b="1" spc="133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1797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SC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DB1C3F0-4A11-435C-8324-568AE7075BB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change the picture</a:t>
            </a:r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6633A7-0570-4272-9A48-35C8701B3475}"/>
              </a:ext>
            </a:extLst>
          </p:cNvPr>
          <p:cNvSpPr/>
          <p:nvPr/>
        </p:nvSpPr>
        <p:spPr>
          <a:xfrm>
            <a:off x="0" y="2393595"/>
            <a:ext cx="12192000" cy="4464408"/>
          </a:xfrm>
          <a:prstGeom prst="rect">
            <a:avLst/>
          </a:prstGeom>
          <a:gradFill flip="none" rotWithShape="1">
            <a:gsLst>
              <a:gs pos="100000">
                <a:schemeClr val="tx2">
                  <a:alpha val="0"/>
                </a:schemeClr>
              </a:gs>
              <a:gs pos="0">
                <a:schemeClr val="accent2">
                  <a:alpha val="57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399"/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9590BB62-E3E4-4D8C-8274-162D53D5B7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1869" y="1918814"/>
            <a:ext cx="10448264" cy="787665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4799" b="1"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Lorem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000445AC-A451-4D20-B4D4-455E6F300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2761" y="2610512"/>
            <a:ext cx="10446483" cy="132933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799" b="0" spc="-67" baseline="0">
                <a:latin typeface="+mn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Suspendisse </a:t>
            </a:r>
            <a:r>
              <a:rPr lang="fr-FR" err="1"/>
              <a:t>fermentum</a:t>
            </a:r>
            <a:r>
              <a:rPr lang="fr-FR"/>
              <a:t> </a:t>
            </a:r>
            <a:r>
              <a:rPr lang="fr-FR" err="1"/>
              <a:t>dui</a:t>
            </a:r>
            <a:r>
              <a:rPr lang="fr-FR"/>
              <a:t> ipsum,</a:t>
            </a:r>
            <a:br>
              <a:rPr lang="fr-FR"/>
            </a:br>
            <a:r>
              <a:rPr lang="fr-FR" err="1"/>
              <a:t>vel</a:t>
            </a:r>
            <a:r>
              <a:rPr lang="fr-FR"/>
              <a:t> </a:t>
            </a:r>
            <a:r>
              <a:rPr lang="fr-FR" err="1"/>
              <a:t>tempus</a:t>
            </a:r>
            <a:r>
              <a:rPr lang="fr-FR"/>
              <a:t> </a:t>
            </a:r>
            <a:r>
              <a:rPr lang="fr-FR" err="1"/>
              <a:t>tellus</a:t>
            </a:r>
            <a:r>
              <a:rPr lang="fr-FR"/>
              <a:t> </a:t>
            </a:r>
            <a:r>
              <a:rPr lang="fr-FR" err="1"/>
              <a:t>sagittis</a:t>
            </a:r>
            <a:r>
              <a:rPr lang="fr-FR"/>
              <a:t> non</a:t>
            </a:r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68E7788A-0113-40BF-8A1B-6D5D21A059E8}"/>
              </a:ext>
            </a:extLst>
          </p:cNvPr>
          <p:cNvCxnSpPr>
            <a:cxnSpLocks/>
          </p:cNvCxnSpPr>
          <p:nvPr/>
        </p:nvCxnSpPr>
        <p:spPr>
          <a:xfrm>
            <a:off x="675979" y="6347601"/>
            <a:ext cx="0" cy="1846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234F41C3-3665-4CBE-83EB-C63EFB245D7E}"/>
              </a:ext>
            </a:extLst>
          </p:cNvPr>
          <p:cNvSpPr txBox="1"/>
          <p:nvPr/>
        </p:nvSpPr>
        <p:spPr>
          <a:xfrm>
            <a:off x="383117" y="6549570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1"/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" name="Espace réservé du numéro de diapositive 13">
            <a:extLst>
              <a:ext uri="{FF2B5EF4-FFF2-40B4-BE49-F238E27FC236}">
                <a16:creationId xmlns:a16="http://schemas.microsoft.com/office/drawing/2014/main" id="{B2A08755-C794-4F4B-90FB-C319F4EB5070}"/>
              </a:ext>
            </a:extLst>
          </p:cNvPr>
          <p:cNvSpPr txBox="1">
            <a:spLocks/>
          </p:cNvSpPr>
          <p:nvPr/>
        </p:nvSpPr>
        <p:spPr>
          <a:xfrm>
            <a:off x="400013" y="6357171"/>
            <a:ext cx="251672" cy="16421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1" kern="1200">
                <a:solidFill>
                  <a:schemeClr val="tx2"/>
                </a:solidFill>
                <a:latin typeface="Segoe UI" panose="020B0502040204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85CA73-2D89-4D6A-A923-B574D1DA086D}" type="slidenum">
              <a:rPr lang="fr-FR" sz="1067" smtClean="0">
                <a:solidFill>
                  <a:schemeClr val="bg1"/>
                </a:solidFill>
              </a:rPr>
              <a:pPr/>
              <a:t>‹#›</a:t>
            </a:fld>
            <a:endParaRPr lang="fr-FR" sz="1067">
              <a:solidFill>
                <a:schemeClr val="bg1"/>
              </a:solidFill>
            </a:endParaRPr>
          </a:p>
        </p:txBody>
      </p:sp>
      <p:sp>
        <p:nvSpPr>
          <p:cNvPr id="24" name="fc" descr="  ">
            <a:extLst>
              <a:ext uri="{FF2B5EF4-FFF2-40B4-BE49-F238E27FC236}">
                <a16:creationId xmlns:a16="http://schemas.microsoft.com/office/drawing/2014/main" id="{8F174C34-F654-4FB4-B759-68127139EB0D}"/>
              </a:ext>
            </a:extLst>
          </p:cNvPr>
          <p:cNvSpPr txBox="1"/>
          <p:nvPr/>
        </p:nvSpPr>
        <p:spPr>
          <a:xfrm>
            <a:off x="0" y="6431411"/>
            <a:ext cx="12192000" cy="2666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1133" b="0" i="0" u="none" baseline="0">
                <a:solidFill>
                  <a:schemeClr val="bg1"/>
                </a:solidFill>
                <a:latin typeface="Microsoft Sans Serif" panose="020B0604020202020204" pitchFamily="34" charset="0"/>
              </a:rPr>
              <a:t>  </a:t>
            </a:r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6AAFD2D4-64A8-0312-C447-C814DFB0D2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56522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bg1"/>
                </a:solidFill>
              </a:defRPr>
            </a:lvl1pPr>
          </a:lstStyle>
          <a:p>
            <a:r>
              <a:rPr lang="fr-FR"/>
              <a:t>L / Safran Aircraft Engines / Confidentiel C2 / 20 Octobre 2022</a:t>
            </a:r>
          </a:p>
        </p:txBody>
      </p:sp>
      <p:pic>
        <p:nvPicPr>
          <p:cNvPr id="14" name="Graphique 4">
            <a:extLst>
              <a:ext uri="{FF2B5EF4-FFF2-40B4-BE49-F238E27FC236}">
                <a16:creationId xmlns:a16="http://schemas.microsoft.com/office/drawing/2014/main" id="{377EA998-C783-46B4-8BD4-7807D686D2D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95939" y="6444579"/>
            <a:ext cx="1128000" cy="23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631595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945723"/>
            <a:ext cx="10160000" cy="5078432"/>
          </a:xfrm>
          <a:prstGeom prst="rect">
            <a:avLst/>
          </a:prstGeom>
        </p:spPr>
      </p:pic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72875" y="2356383"/>
            <a:ext cx="4479180" cy="2257115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65" b="1">
                <a:solidFill>
                  <a:schemeClr val="accent4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da-DK"/>
              <a:t>Lorem ipsum</a:t>
            </a:r>
            <a:br>
              <a:rPr lang="da-DK"/>
            </a:br>
            <a:r>
              <a:rPr lang="da-DK"/>
              <a:t>dolor sit amet</a:t>
            </a:r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4B52402-2172-43E2-85AB-A27808DD5AA2}"/>
              </a:ext>
            </a:extLst>
          </p:cNvPr>
          <p:cNvGrpSpPr/>
          <p:nvPr/>
        </p:nvGrpSpPr>
        <p:grpSpPr>
          <a:xfrm>
            <a:off x="5472880" y="4820994"/>
            <a:ext cx="1327481" cy="95981"/>
            <a:chOff x="479376" y="980728"/>
            <a:chExt cx="995611" cy="72008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E5F475E0-73FC-4EF3-B38B-1BC72D4B02D3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0C7703-EEE6-4894-8E05-3C55D8780320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D575B653-E75E-4D6F-B409-9D8F0B5143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72876" y="1563149"/>
            <a:ext cx="4479181" cy="681356"/>
          </a:xfrm>
          <a:prstGeom prst="rect">
            <a:avLst/>
          </a:prstGeom>
        </p:spPr>
        <p:txBody>
          <a:bodyPr lIns="0" anchor="b" anchorCtr="0"/>
          <a:lstStyle>
            <a:lvl1pPr marL="0" indent="0" algn="l">
              <a:buNone/>
              <a:defRPr sz="2665">
                <a:solidFill>
                  <a:schemeClr val="accent1"/>
                </a:solidFill>
              </a:defRPr>
            </a:lvl1pPr>
            <a:lvl2pPr marL="245635" indent="0" algn="ctr">
              <a:buNone/>
              <a:defRPr>
                <a:solidFill>
                  <a:schemeClr val="tx1"/>
                </a:solidFill>
              </a:defRPr>
            </a:lvl2pPr>
            <a:lvl3pPr marL="457387" indent="0" algn="ctr">
              <a:buNone/>
              <a:defRPr>
                <a:solidFill>
                  <a:schemeClr val="tx1"/>
                </a:solidFill>
              </a:defRPr>
            </a:lvl3pPr>
            <a:lvl4pPr marL="1829532" indent="0" algn="ctr">
              <a:buNone/>
              <a:defRPr>
                <a:solidFill>
                  <a:schemeClr val="tx1"/>
                </a:solidFill>
              </a:defRPr>
            </a:lvl4pPr>
            <a:lvl5pPr marL="2439371" indent="0" algn="ctr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err="1"/>
              <a:t>Chapter</a:t>
            </a:r>
            <a:r>
              <a:rPr lang="fr-FR"/>
              <a:t> 01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45DF7EE-7BCF-4102-B7A8-B8F30BEEB49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4801" y="6447677"/>
            <a:ext cx="1094083" cy="2307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47637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12">
            <a:extLst>
              <a:ext uri="{FF2B5EF4-FFF2-40B4-BE49-F238E27FC236}">
                <a16:creationId xmlns:a16="http://schemas.microsoft.com/office/drawing/2014/main" id="{7EBF2E1D-D492-4B49-A512-C63AC80F85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53923" y="1913909"/>
            <a:ext cx="440508" cy="2634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1219692" rtl="0" eaLnBrk="1" latinLnBrk="0" hangingPunct="1">
              <a:lnSpc>
                <a:spcPct val="7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lang="en-GB" sz="2399" b="0" i="0" kern="1200" baseline="0" noProof="0" dirty="0">
                <a:gradFill>
                  <a:gsLst>
                    <a:gs pos="0">
                      <a:schemeClr val="accent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GB" noProof="0"/>
              <a:t>|</a:t>
            </a:r>
          </a:p>
        </p:txBody>
      </p:sp>
      <p:sp>
        <p:nvSpPr>
          <p:cNvPr id="10" name="Espace réservé du texte 18">
            <a:extLst>
              <a:ext uri="{FF2B5EF4-FFF2-40B4-BE49-F238E27FC236}">
                <a16:creationId xmlns:a16="http://schemas.microsoft.com/office/drawing/2014/main" id="{2E95906C-5CA5-4BA3-A292-15C1688840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03547" y="2222205"/>
            <a:ext cx="3908308" cy="2492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2000" b="1" cap="all"/>
            </a:lvl3pPr>
            <a:lvl4pPr marL="0" indent="0">
              <a:buNone/>
              <a:tabLst/>
              <a:defRPr sz="2000" b="1" cap="all"/>
            </a:lvl4pPr>
            <a:lvl5pPr marL="0" indent="0">
              <a:buNone/>
              <a:tabLst/>
              <a:defRPr sz="2000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3FB003D9-D2CB-43AC-8422-454FDA1FEB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003544" y="1486421"/>
            <a:ext cx="641685" cy="41024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5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01</a:t>
            </a:r>
          </a:p>
        </p:txBody>
      </p:sp>
      <p:sp>
        <p:nvSpPr>
          <p:cNvPr id="12" name="Espace réservé du texte 12">
            <a:extLst>
              <a:ext uri="{FF2B5EF4-FFF2-40B4-BE49-F238E27FC236}">
                <a16:creationId xmlns:a16="http://schemas.microsoft.com/office/drawing/2014/main" id="{88B6B1E0-5651-4B71-B828-F03662BF48E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153923" y="3479760"/>
            <a:ext cx="440508" cy="2634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1219692" rtl="0" eaLnBrk="1" latinLnBrk="0" hangingPunct="1">
              <a:lnSpc>
                <a:spcPct val="7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lang="en-GB" sz="2399" b="0" i="0" kern="1200" baseline="0" noProof="0" dirty="0">
                <a:gradFill>
                  <a:gsLst>
                    <a:gs pos="0">
                      <a:schemeClr val="accent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GB" noProof="0"/>
              <a:t>|</a:t>
            </a:r>
          </a:p>
        </p:txBody>
      </p:sp>
      <p:sp>
        <p:nvSpPr>
          <p:cNvPr id="13" name="Espace réservé du texte 18">
            <a:extLst>
              <a:ext uri="{FF2B5EF4-FFF2-40B4-BE49-F238E27FC236}">
                <a16:creationId xmlns:a16="http://schemas.microsoft.com/office/drawing/2014/main" id="{A97D576F-69C8-42FE-B023-2F464A71D43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003547" y="3788049"/>
            <a:ext cx="3908308" cy="2492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2000" b="1" cap="all"/>
            </a:lvl3pPr>
            <a:lvl4pPr marL="0" indent="0">
              <a:buNone/>
              <a:tabLst/>
              <a:defRPr sz="2000" b="1" cap="all"/>
            </a:lvl4pPr>
            <a:lvl5pPr marL="0" indent="0">
              <a:buNone/>
              <a:tabLst/>
              <a:defRPr sz="2000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90896ABD-2DB8-45E3-9D11-DFC204093E2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003544" y="3052271"/>
            <a:ext cx="641685" cy="41024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5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02</a:t>
            </a:r>
          </a:p>
        </p:txBody>
      </p:sp>
      <p:sp>
        <p:nvSpPr>
          <p:cNvPr id="15" name="Espace réservé du texte 12">
            <a:extLst>
              <a:ext uri="{FF2B5EF4-FFF2-40B4-BE49-F238E27FC236}">
                <a16:creationId xmlns:a16="http://schemas.microsoft.com/office/drawing/2014/main" id="{2A997D23-2302-4814-A181-1BB59782BF2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153923" y="5054073"/>
            <a:ext cx="440508" cy="2634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1219692" rtl="0" eaLnBrk="1" latinLnBrk="0" hangingPunct="1">
              <a:lnSpc>
                <a:spcPct val="7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lang="en-GB" sz="2399" b="0" i="0" kern="1200" baseline="0" noProof="0" dirty="0">
                <a:gradFill>
                  <a:gsLst>
                    <a:gs pos="0">
                      <a:schemeClr val="accent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GB" noProof="0"/>
              <a:t>|</a:t>
            </a:r>
          </a:p>
        </p:txBody>
      </p:sp>
      <p:sp>
        <p:nvSpPr>
          <p:cNvPr id="16" name="Espace réservé du texte 18">
            <a:extLst>
              <a:ext uri="{FF2B5EF4-FFF2-40B4-BE49-F238E27FC236}">
                <a16:creationId xmlns:a16="http://schemas.microsoft.com/office/drawing/2014/main" id="{31915861-BEA1-4BE2-9820-FD61F69BEE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003547" y="5362368"/>
            <a:ext cx="3908308" cy="2492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2000" b="1" cap="all"/>
            </a:lvl3pPr>
            <a:lvl4pPr marL="0" indent="0">
              <a:buNone/>
              <a:tabLst/>
              <a:defRPr sz="2000" b="1" cap="all"/>
            </a:lvl4pPr>
            <a:lvl5pPr marL="0" indent="0">
              <a:buNone/>
              <a:tabLst/>
              <a:defRPr sz="2000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6D4CAEA7-9180-42FB-8D51-9E432AEC85D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003544" y="4626585"/>
            <a:ext cx="641685" cy="41024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5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03</a:t>
            </a:r>
          </a:p>
        </p:txBody>
      </p:sp>
      <p:sp>
        <p:nvSpPr>
          <p:cNvPr id="18" name="Espace réservé du texte 12">
            <a:extLst>
              <a:ext uri="{FF2B5EF4-FFF2-40B4-BE49-F238E27FC236}">
                <a16:creationId xmlns:a16="http://schemas.microsoft.com/office/drawing/2014/main" id="{2F7A1BBB-6777-4A51-9BE8-A09C47FEE28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630163" y="1913909"/>
            <a:ext cx="440508" cy="2634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1219692" rtl="0" eaLnBrk="1" latinLnBrk="0" hangingPunct="1">
              <a:lnSpc>
                <a:spcPct val="7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lang="en-GB" sz="2399" b="0" i="0" kern="1200" baseline="0" noProof="0" dirty="0">
                <a:gradFill>
                  <a:gsLst>
                    <a:gs pos="0">
                      <a:schemeClr val="accent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GB" noProof="0"/>
              <a:t>|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A6FE8267-9C90-4C1D-AB2F-3D28E1DF52E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79787" y="2222205"/>
            <a:ext cx="3908308" cy="2492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2000" b="1" cap="all"/>
            </a:lvl3pPr>
            <a:lvl4pPr marL="0" indent="0">
              <a:buNone/>
              <a:tabLst/>
              <a:defRPr sz="2000" b="1" cap="all"/>
            </a:lvl4pPr>
            <a:lvl5pPr marL="0" indent="0">
              <a:buNone/>
              <a:tabLst/>
              <a:defRPr sz="2000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E2D8F071-1674-4659-8AE2-EA5C61295D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79784" y="1486421"/>
            <a:ext cx="641685" cy="41024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5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04</a:t>
            </a:r>
          </a:p>
        </p:txBody>
      </p:sp>
      <p:sp>
        <p:nvSpPr>
          <p:cNvPr id="21" name="Espace réservé du texte 12">
            <a:extLst>
              <a:ext uri="{FF2B5EF4-FFF2-40B4-BE49-F238E27FC236}">
                <a16:creationId xmlns:a16="http://schemas.microsoft.com/office/drawing/2014/main" id="{CD515270-43AC-4900-A0A6-28051461CCE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30163" y="3479760"/>
            <a:ext cx="440508" cy="2634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1219692" rtl="0" eaLnBrk="1" latinLnBrk="0" hangingPunct="1">
              <a:lnSpc>
                <a:spcPct val="7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lang="en-GB" sz="2399" b="0" i="0" kern="1200" baseline="0" noProof="0" dirty="0">
                <a:gradFill>
                  <a:gsLst>
                    <a:gs pos="0">
                      <a:schemeClr val="accent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GB" noProof="0"/>
              <a:t>|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AD482873-8F59-44F9-AA47-AE7E0A0790E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79787" y="3788049"/>
            <a:ext cx="3908308" cy="2492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2000" b="1" cap="all"/>
            </a:lvl3pPr>
            <a:lvl4pPr marL="0" indent="0">
              <a:buNone/>
              <a:tabLst/>
              <a:defRPr sz="2000" b="1" cap="all"/>
            </a:lvl4pPr>
            <a:lvl5pPr marL="0" indent="0">
              <a:buNone/>
              <a:tabLst/>
              <a:defRPr sz="2000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A7A143B4-4E3D-4D1B-9C7D-F703929996F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79784" y="3052271"/>
            <a:ext cx="641685" cy="41024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5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05</a:t>
            </a:r>
          </a:p>
        </p:txBody>
      </p:sp>
      <p:sp>
        <p:nvSpPr>
          <p:cNvPr id="24" name="Espace réservé du texte 12">
            <a:extLst>
              <a:ext uri="{FF2B5EF4-FFF2-40B4-BE49-F238E27FC236}">
                <a16:creationId xmlns:a16="http://schemas.microsoft.com/office/drawing/2014/main" id="{482FD671-50B7-4243-BDE4-41F913FEFBA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630163" y="5054073"/>
            <a:ext cx="440508" cy="2634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1219692" rtl="0" eaLnBrk="1" latinLnBrk="0" hangingPunct="1">
              <a:lnSpc>
                <a:spcPct val="7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lang="en-GB" sz="2399" b="0" i="0" kern="1200" baseline="0" noProof="0" dirty="0">
                <a:gradFill>
                  <a:gsLst>
                    <a:gs pos="0">
                      <a:schemeClr val="accent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GB" noProof="0"/>
              <a:t>|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12B75139-0488-42FE-B16B-FF5E9C38C1A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479787" y="5362368"/>
            <a:ext cx="3908308" cy="2492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2000" b="1" cap="all"/>
            </a:lvl3pPr>
            <a:lvl4pPr marL="0" indent="0">
              <a:buNone/>
              <a:tabLst/>
              <a:defRPr sz="2000" b="1" cap="all"/>
            </a:lvl4pPr>
            <a:lvl5pPr marL="0" indent="0">
              <a:buNone/>
              <a:tabLst/>
              <a:defRPr sz="2000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6" name="Espace réservé du texte 12">
            <a:extLst>
              <a:ext uri="{FF2B5EF4-FFF2-40B4-BE49-F238E27FC236}">
                <a16:creationId xmlns:a16="http://schemas.microsoft.com/office/drawing/2014/main" id="{F732F2DD-7975-4E7B-872E-ACE4E87EDB1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479784" y="4626585"/>
            <a:ext cx="641685" cy="41024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5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06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A7F20A4-CBFC-46F9-8840-9B46B433AC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here to add a title </a:t>
            </a:r>
            <a:endParaRPr lang="fr-FR"/>
          </a:p>
        </p:txBody>
      </p:sp>
      <p:sp>
        <p:nvSpPr>
          <p:cNvPr id="27" name="Espace réservé du pied de page 4">
            <a:extLst>
              <a:ext uri="{FF2B5EF4-FFF2-40B4-BE49-F238E27FC236}">
                <a16:creationId xmlns:a16="http://schemas.microsoft.com/office/drawing/2014/main" id="{9451413B-5451-2984-8B2D-A6F9405B1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43826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L / Safran Aircraft Engines / Confidentiel C2 / 20 Octobre 2022</a:t>
            </a:r>
          </a:p>
        </p:txBody>
      </p:sp>
    </p:spTree>
    <p:extLst>
      <p:ext uri="{BB962C8B-B14F-4D97-AF65-F5344CB8AC3E}">
        <p14:creationId xmlns:p14="http://schemas.microsoft.com/office/powerpoint/2010/main" val="3148397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B5E11D-EF93-41A8-A600-0E2A21B23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here to add a title 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43826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L / Safran Aircraft Engines / Confidentiel C2 / 20 Octobre 2022</a:t>
            </a:r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14E6BA19-6303-EEAE-18EC-0686F94CE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83123" y="1356367"/>
            <a:ext cx="11425767" cy="48075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8088928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9C1BD4-2402-4571-9F04-505A7FE75A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20" y="1356368"/>
            <a:ext cx="11425765" cy="4185337"/>
          </a:xfrm>
          <a:prstGeom prst="rect">
            <a:avLst/>
          </a:prstGeom>
        </p:spPr>
        <p:txBody>
          <a:bodyPr/>
          <a:lstStyle>
            <a:lvl1pPr>
              <a:defRPr lang="fr-FR" sz="2133" b="1" dirty="0">
                <a:solidFill>
                  <a:schemeClr val="accent2"/>
                </a:solidFill>
              </a:defRPr>
            </a:lvl1pPr>
            <a:lvl2pPr>
              <a:defRPr lang="fr-FR" sz="1867" dirty="0">
                <a:solidFill>
                  <a:schemeClr val="accent2"/>
                </a:solidFill>
              </a:defRPr>
            </a:lvl2pPr>
            <a:lvl3pPr>
              <a:defRPr lang="fr-FR" sz="1600" dirty="0">
                <a:solidFill>
                  <a:schemeClr val="accent2"/>
                </a:solidFill>
              </a:defRPr>
            </a:lvl3pPr>
          </a:lstStyle>
          <a:p>
            <a:pPr lvl="0">
              <a:lnSpc>
                <a:spcPct val="90000"/>
              </a:lnSpc>
              <a:spcBef>
                <a:spcPts val="1067"/>
              </a:spcBef>
              <a:buClr>
                <a:schemeClr val="accent5"/>
              </a:buClr>
            </a:pPr>
            <a:r>
              <a:rPr lang="en-US"/>
              <a:t>Click here to add text </a:t>
            </a:r>
            <a:endParaRPr lang="fr-FR"/>
          </a:p>
          <a:p>
            <a:pPr marL="474160" lvl="1" indent="-228526">
              <a:lnSpc>
                <a:spcPct val="90000"/>
              </a:lnSpc>
              <a:spcBef>
                <a:spcPts val="533"/>
              </a:spcBef>
              <a:buClr>
                <a:schemeClr val="accent5"/>
              </a:buClr>
              <a:tabLst/>
            </a:pPr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marL="710969" lvl="2" indent="-228526">
              <a:lnSpc>
                <a:spcPct val="90000"/>
              </a:lnSpc>
              <a:spcBef>
                <a:spcPts val="533"/>
              </a:spcBef>
              <a:buClr>
                <a:schemeClr val="accent5"/>
              </a:buClr>
              <a:tabLst/>
            </a:pPr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2DE2A36-88EC-4A13-9346-E7A65DB242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here to add a title 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43826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L / Safran Aircraft Engines / Confidentiel C2 / 20 Octobre 2022</a:t>
            </a:r>
          </a:p>
        </p:txBody>
      </p:sp>
    </p:spTree>
    <p:extLst>
      <p:ext uri="{BB962C8B-B14F-4D97-AF65-F5344CB8AC3E}">
        <p14:creationId xmlns:p14="http://schemas.microsoft.com/office/powerpoint/2010/main" val="33052178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x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9C1BD4-2402-4571-9F04-505A7FE75A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22" y="1356367"/>
            <a:ext cx="5626273" cy="4807583"/>
          </a:xfrm>
          <a:prstGeom prst="rect">
            <a:avLst/>
          </a:prstGeom>
        </p:spPr>
        <p:txBody>
          <a:bodyPr/>
          <a:lstStyle>
            <a:lvl1pPr>
              <a:defRPr lang="fr-FR" sz="2133" b="1" dirty="0">
                <a:solidFill>
                  <a:schemeClr val="accent2"/>
                </a:solidFill>
              </a:defRPr>
            </a:lvl1pPr>
            <a:lvl2pPr>
              <a:defRPr lang="fr-FR" sz="1867" dirty="0">
                <a:solidFill>
                  <a:schemeClr val="accent2"/>
                </a:solidFill>
              </a:defRPr>
            </a:lvl2pPr>
            <a:lvl3pPr>
              <a:defRPr lang="fr-FR" sz="1600" dirty="0">
                <a:solidFill>
                  <a:schemeClr val="accent2"/>
                </a:solidFill>
              </a:defRPr>
            </a:lvl3pPr>
          </a:lstStyle>
          <a:p>
            <a:pPr lvl="0">
              <a:lnSpc>
                <a:spcPct val="90000"/>
              </a:lnSpc>
              <a:spcBef>
                <a:spcPts val="1067"/>
              </a:spcBef>
              <a:buClr>
                <a:schemeClr val="accent5"/>
              </a:buClr>
            </a:pPr>
            <a:r>
              <a:rPr lang="en-US"/>
              <a:t>Click here to add text </a:t>
            </a:r>
            <a:endParaRPr lang="fr-FR"/>
          </a:p>
          <a:p>
            <a:pPr marL="474160" lvl="1" indent="-228526">
              <a:lnSpc>
                <a:spcPct val="90000"/>
              </a:lnSpc>
              <a:spcBef>
                <a:spcPts val="533"/>
              </a:spcBef>
              <a:buClr>
                <a:schemeClr val="accent5"/>
              </a:buClr>
              <a:tabLst/>
            </a:pPr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marL="710969" lvl="2" indent="-228526">
              <a:lnSpc>
                <a:spcPct val="90000"/>
              </a:lnSpc>
              <a:spcBef>
                <a:spcPts val="533"/>
              </a:spcBef>
              <a:buClr>
                <a:schemeClr val="accent5"/>
              </a:buClr>
              <a:tabLst/>
            </a:pPr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2908127-A165-46B7-B40F-9C1A61E43E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here to add a title </a:t>
            </a:r>
            <a:endParaRPr lang="fr-FR"/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83B0D2BD-64EB-4133-9A53-E4F4DEB7B0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9275" y="1356367"/>
            <a:ext cx="5619612" cy="4807583"/>
          </a:xfrm>
          <a:prstGeom prst="rect">
            <a:avLst/>
          </a:prstGeom>
        </p:spPr>
        <p:txBody>
          <a:bodyPr/>
          <a:lstStyle>
            <a:lvl1pPr>
              <a:defRPr lang="fr-FR" sz="2133" b="1" dirty="0">
                <a:solidFill>
                  <a:schemeClr val="accent2"/>
                </a:solidFill>
              </a:defRPr>
            </a:lvl1pPr>
            <a:lvl2pPr>
              <a:defRPr lang="fr-FR" sz="1867" dirty="0">
                <a:solidFill>
                  <a:schemeClr val="accent2"/>
                </a:solidFill>
              </a:defRPr>
            </a:lvl2pPr>
            <a:lvl3pPr>
              <a:defRPr lang="fr-FR" sz="1600" dirty="0">
                <a:solidFill>
                  <a:schemeClr val="accent2"/>
                </a:solidFill>
              </a:defRPr>
            </a:lvl3pPr>
          </a:lstStyle>
          <a:p>
            <a:pPr lvl="0">
              <a:lnSpc>
                <a:spcPct val="90000"/>
              </a:lnSpc>
              <a:spcBef>
                <a:spcPts val="1067"/>
              </a:spcBef>
              <a:buClr>
                <a:schemeClr val="accent5"/>
              </a:buClr>
            </a:pPr>
            <a:r>
              <a:rPr lang="en-US"/>
              <a:t>Click here to add text </a:t>
            </a:r>
            <a:endParaRPr lang="fr-FR"/>
          </a:p>
          <a:p>
            <a:pPr marL="474160" lvl="1" indent="-228526">
              <a:lnSpc>
                <a:spcPct val="90000"/>
              </a:lnSpc>
              <a:spcBef>
                <a:spcPts val="533"/>
              </a:spcBef>
              <a:buClr>
                <a:schemeClr val="accent5"/>
              </a:buClr>
              <a:tabLst/>
            </a:pPr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marL="710969" lvl="2" indent="-228526">
              <a:lnSpc>
                <a:spcPct val="90000"/>
              </a:lnSpc>
              <a:spcBef>
                <a:spcPts val="533"/>
              </a:spcBef>
              <a:buClr>
                <a:schemeClr val="accent5"/>
              </a:buClr>
              <a:tabLst/>
            </a:pPr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269925D1-628C-E93F-77A3-4DE682A3F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43826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L / Safran Aircraft Engines / Confidentiel C2 / 20 Octobre 2022</a:t>
            </a:r>
          </a:p>
        </p:txBody>
      </p:sp>
    </p:spTree>
    <p:extLst>
      <p:ext uri="{BB962C8B-B14F-4D97-AF65-F5344CB8AC3E}">
        <p14:creationId xmlns:p14="http://schemas.microsoft.com/office/powerpoint/2010/main" val="8393113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Righ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2BFB6794-DF54-4F15-843C-009B575836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9275" y="1356367"/>
            <a:ext cx="5619612" cy="4807583"/>
          </a:xfrm>
          <a:prstGeom prst="rect">
            <a:avLst/>
          </a:prstGeom>
        </p:spPr>
        <p:txBody>
          <a:bodyPr/>
          <a:lstStyle>
            <a:lvl1pPr>
              <a:defRPr lang="fr-FR" sz="2133" b="1" dirty="0">
                <a:solidFill>
                  <a:schemeClr val="accent2"/>
                </a:solidFill>
              </a:defRPr>
            </a:lvl1pPr>
            <a:lvl2pPr>
              <a:defRPr lang="fr-FR" sz="1867" dirty="0">
                <a:solidFill>
                  <a:schemeClr val="accent2"/>
                </a:solidFill>
              </a:defRPr>
            </a:lvl2pPr>
            <a:lvl3pPr>
              <a:defRPr lang="fr-FR" sz="1600" dirty="0">
                <a:solidFill>
                  <a:schemeClr val="accent2"/>
                </a:solidFill>
              </a:defRPr>
            </a:lvl3pPr>
          </a:lstStyle>
          <a:p>
            <a:pPr lvl="0">
              <a:lnSpc>
                <a:spcPct val="90000"/>
              </a:lnSpc>
              <a:spcBef>
                <a:spcPts val="1067"/>
              </a:spcBef>
              <a:buClr>
                <a:schemeClr val="accent5"/>
              </a:buClr>
            </a:pPr>
            <a:r>
              <a:rPr lang="en-US"/>
              <a:t>Click here to add text </a:t>
            </a:r>
            <a:endParaRPr lang="fr-FR"/>
          </a:p>
          <a:p>
            <a:pPr marL="474160" lvl="1" indent="-228526">
              <a:lnSpc>
                <a:spcPct val="90000"/>
              </a:lnSpc>
              <a:spcBef>
                <a:spcPts val="533"/>
              </a:spcBef>
              <a:buClr>
                <a:schemeClr val="accent5"/>
              </a:buClr>
              <a:tabLst/>
            </a:pPr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marL="710969" lvl="2" indent="-228526">
              <a:lnSpc>
                <a:spcPct val="90000"/>
              </a:lnSpc>
              <a:spcBef>
                <a:spcPts val="533"/>
              </a:spcBef>
              <a:buClr>
                <a:schemeClr val="accent5"/>
              </a:buClr>
              <a:tabLst/>
            </a:pPr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938C6CF-C92A-455E-BDA8-BA47D4918DE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3120" y="1356367"/>
            <a:ext cx="5619613" cy="48075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21182F8-39DD-402D-9322-090E37AF3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here to add a title </a:t>
            </a:r>
            <a:endParaRPr lang="fr-FR"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3B1F21EB-8662-8C41-3C0A-0F605CB04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43826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L / Safran Aircraft Engines / Confidentiel C2 / 20 Octobre 2022</a:t>
            </a:r>
          </a:p>
        </p:txBody>
      </p:sp>
    </p:spTree>
    <p:extLst>
      <p:ext uri="{BB962C8B-B14F-4D97-AF65-F5344CB8AC3E}">
        <p14:creationId xmlns:p14="http://schemas.microsoft.com/office/powerpoint/2010/main" val="31520343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Lef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2BFB6794-DF54-4F15-843C-009B575836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3119" y="1356367"/>
            <a:ext cx="5626276" cy="4807583"/>
          </a:xfrm>
          <a:prstGeom prst="rect">
            <a:avLst/>
          </a:prstGeom>
        </p:spPr>
        <p:txBody>
          <a:bodyPr/>
          <a:lstStyle>
            <a:lvl1pPr>
              <a:defRPr lang="fr-FR" sz="2133" b="1" dirty="0">
                <a:solidFill>
                  <a:schemeClr val="accent2"/>
                </a:solidFill>
              </a:defRPr>
            </a:lvl1pPr>
            <a:lvl2pPr>
              <a:defRPr lang="fr-FR" sz="1867" dirty="0">
                <a:solidFill>
                  <a:schemeClr val="accent2"/>
                </a:solidFill>
              </a:defRPr>
            </a:lvl2pPr>
            <a:lvl3pPr>
              <a:defRPr lang="fr-FR" sz="1600" dirty="0">
                <a:solidFill>
                  <a:schemeClr val="accent2"/>
                </a:solidFill>
              </a:defRPr>
            </a:lvl3pPr>
          </a:lstStyle>
          <a:p>
            <a:pPr lvl="0">
              <a:lnSpc>
                <a:spcPct val="90000"/>
              </a:lnSpc>
              <a:spcBef>
                <a:spcPts val="1067"/>
              </a:spcBef>
              <a:buClr>
                <a:schemeClr val="accent5"/>
              </a:buClr>
            </a:pPr>
            <a:r>
              <a:rPr lang="en-US"/>
              <a:t>Click here to add text </a:t>
            </a:r>
            <a:endParaRPr lang="fr-FR"/>
          </a:p>
          <a:p>
            <a:pPr marL="474160" lvl="1" indent="-228526">
              <a:lnSpc>
                <a:spcPct val="90000"/>
              </a:lnSpc>
              <a:spcBef>
                <a:spcPts val="533"/>
              </a:spcBef>
              <a:buClr>
                <a:schemeClr val="accent5"/>
              </a:buClr>
              <a:tabLst/>
            </a:pPr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marL="710969" lvl="2" indent="-228526">
              <a:lnSpc>
                <a:spcPct val="90000"/>
              </a:lnSpc>
              <a:spcBef>
                <a:spcPts val="533"/>
              </a:spcBef>
              <a:buClr>
                <a:schemeClr val="accent5"/>
              </a:buClr>
              <a:tabLst/>
            </a:pPr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938C6CF-C92A-455E-BDA8-BA47D4918DE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82613" y="1356367"/>
            <a:ext cx="5626272" cy="48075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21182F8-39DD-402D-9322-090E37AF3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here to add a title </a:t>
            </a:r>
            <a:endParaRPr lang="fr-FR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70F129C2-FC0F-5D79-D2F5-A76CFCFB2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43826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L / Safran Aircraft Engines / Confidentiel C2 / 20 Octobre 2022</a:t>
            </a:r>
          </a:p>
        </p:txBody>
      </p:sp>
    </p:spTree>
    <p:extLst>
      <p:ext uri="{BB962C8B-B14F-4D97-AF65-F5344CB8AC3E}">
        <p14:creationId xmlns:p14="http://schemas.microsoft.com/office/powerpoint/2010/main" val="9511053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2xLINE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7926FA-4C37-4337-A48F-C1E3BB67A08D}"/>
              </a:ext>
            </a:extLst>
          </p:cNvPr>
          <p:cNvSpPr/>
          <p:nvPr/>
        </p:nvSpPr>
        <p:spPr>
          <a:xfrm>
            <a:off x="187569" y="800049"/>
            <a:ext cx="1800664" cy="3312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F9FFDC42-125C-4054-A929-D2AEC3063789}"/>
              </a:ext>
            </a:extLst>
          </p:cNvPr>
          <p:cNvGrpSpPr/>
          <p:nvPr/>
        </p:nvGrpSpPr>
        <p:grpSpPr>
          <a:xfrm>
            <a:off x="393641" y="1325789"/>
            <a:ext cx="1327481" cy="95981"/>
            <a:chOff x="479376" y="980728"/>
            <a:chExt cx="995611" cy="72008"/>
          </a:xfrm>
        </p:grpSpPr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680F81FB-0C3F-4ACC-8152-C73B0FC424CC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F322F3-DC27-4466-81D1-86ACB0ECF7A9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3" name="Titre 2">
            <a:extLst>
              <a:ext uri="{FF2B5EF4-FFF2-40B4-BE49-F238E27FC236}">
                <a16:creationId xmlns:a16="http://schemas.microsoft.com/office/drawing/2014/main" id="{881F32DB-A6B7-4BE6-8D7A-C2FD926E12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718" y="281269"/>
            <a:ext cx="11408871" cy="96157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here </a:t>
            </a:r>
            <a:br>
              <a:rPr lang="en-US"/>
            </a:br>
            <a:r>
              <a:rPr lang="en-US"/>
              <a:t>to add a title </a:t>
            </a:r>
            <a:endParaRPr lang="fr-FR"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79525850-0777-A6EE-F419-D78308D93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43826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L / Safran Aircraft Engines / Confidentiel C2 / 20 Octobre 2022</a:t>
            </a:r>
          </a:p>
        </p:txBody>
      </p:sp>
      <p:sp>
        <p:nvSpPr>
          <p:cNvPr id="9" name="Espace réservé du contenu 3">
            <a:extLst>
              <a:ext uri="{FF2B5EF4-FFF2-40B4-BE49-F238E27FC236}">
                <a16:creationId xmlns:a16="http://schemas.microsoft.com/office/drawing/2014/main" id="{DED92A21-7615-5B0C-FC17-42FF930E92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83123" y="1746085"/>
            <a:ext cx="11425767" cy="44178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1183328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B5E11D-EF93-41A8-A600-0E2A21B23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594539-F722-4628-B3ED-C60EA3C2586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91055" y="2216528"/>
            <a:ext cx="3009900" cy="24249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5720646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BLOC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9C1BD4-2402-4571-9F04-505A7FE75A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20" y="1356368"/>
            <a:ext cx="11425765" cy="4185337"/>
          </a:xfrm>
          <a:prstGeom prst="rect">
            <a:avLst/>
          </a:prstGeom>
        </p:spPr>
        <p:txBody>
          <a:bodyPr/>
          <a:lstStyle>
            <a:lvl1pPr>
              <a:defRPr lang="fr-FR" sz="2133" b="1" dirty="0">
                <a:solidFill>
                  <a:schemeClr val="accent2"/>
                </a:solidFill>
              </a:defRPr>
            </a:lvl1pPr>
            <a:lvl2pPr>
              <a:defRPr lang="fr-FR" sz="1867" dirty="0">
                <a:solidFill>
                  <a:schemeClr val="accent2"/>
                </a:solidFill>
              </a:defRPr>
            </a:lvl2pPr>
            <a:lvl3pPr>
              <a:defRPr lang="fr-FR" sz="1600" dirty="0">
                <a:solidFill>
                  <a:schemeClr val="accent2"/>
                </a:solidFill>
              </a:defRPr>
            </a:lvl3pPr>
          </a:lstStyle>
          <a:p>
            <a:pPr lvl="0">
              <a:lnSpc>
                <a:spcPct val="90000"/>
              </a:lnSpc>
              <a:spcBef>
                <a:spcPts val="1067"/>
              </a:spcBef>
              <a:buClr>
                <a:schemeClr val="accent5"/>
              </a:buClr>
            </a:pPr>
            <a:r>
              <a:rPr lang="en-US"/>
              <a:t>Click here to add text </a:t>
            </a:r>
            <a:endParaRPr lang="fr-FR"/>
          </a:p>
          <a:p>
            <a:pPr marL="474160" lvl="1" indent="-228526">
              <a:lnSpc>
                <a:spcPct val="90000"/>
              </a:lnSpc>
              <a:spcBef>
                <a:spcPts val="533"/>
              </a:spcBef>
              <a:buClr>
                <a:schemeClr val="accent5"/>
              </a:buClr>
              <a:tabLst/>
            </a:pPr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marL="710969" lvl="2" indent="-228526">
              <a:lnSpc>
                <a:spcPct val="90000"/>
              </a:lnSpc>
              <a:spcBef>
                <a:spcPts val="533"/>
              </a:spcBef>
              <a:buClr>
                <a:schemeClr val="accent5"/>
              </a:buClr>
              <a:tabLst/>
            </a:pPr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2DE2A36-88EC-4A13-9346-E7A65DB242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here to add a title 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43826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L / Safran Aircraft Engines / Confidentiel C2 / 20 Octobre 2022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579404-282D-4B0E-A99F-DB85776D4D8E}"/>
              </a:ext>
            </a:extLst>
          </p:cNvPr>
          <p:cNvSpPr/>
          <p:nvPr/>
        </p:nvSpPr>
        <p:spPr>
          <a:xfrm>
            <a:off x="383120" y="5380244"/>
            <a:ext cx="11425765" cy="963583"/>
          </a:xfrm>
          <a:prstGeom prst="rect">
            <a:avLst/>
          </a:prstGeom>
          <a:gradFill flip="none" rotWithShape="1">
            <a:gsLst>
              <a:gs pos="0">
                <a:srgbClr val="122A57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6675F3D-A583-1C52-1FED-53EA7A7003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120" y="5859919"/>
            <a:ext cx="11425765" cy="246145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9358AD63-E459-F89D-5CFD-8811589D16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20" y="5612613"/>
            <a:ext cx="11425765" cy="246221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279811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_2xLINE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3B9C1BD4-2402-4571-9F04-505A7FE75A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20" y="1738595"/>
            <a:ext cx="11425765" cy="3821168"/>
          </a:xfrm>
          <a:prstGeom prst="rect">
            <a:avLst/>
          </a:prstGeom>
        </p:spPr>
        <p:txBody>
          <a:bodyPr/>
          <a:lstStyle>
            <a:lvl1pPr>
              <a:defRPr lang="fr-FR" sz="2133" b="1" dirty="0">
                <a:solidFill>
                  <a:schemeClr val="accent2"/>
                </a:solidFill>
              </a:defRPr>
            </a:lvl1pPr>
            <a:lvl2pPr>
              <a:defRPr lang="fr-FR" sz="1867" dirty="0">
                <a:solidFill>
                  <a:schemeClr val="accent2"/>
                </a:solidFill>
              </a:defRPr>
            </a:lvl2pPr>
            <a:lvl3pPr>
              <a:defRPr lang="fr-FR" sz="1600" dirty="0">
                <a:solidFill>
                  <a:schemeClr val="accent2"/>
                </a:solidFill>
              </a:defRPr>
            </a:lvl3pPr>
          </a:lstStyle>
          <a:p>
            <a:pPr lvl="0">
              <a:lnSpc>
                <a:spcPct val="90000"/>
              </a:lnSpc>
              <a:spcBef>
                <a:spcPts val="1067"/>
              </a:spcBef>
              <a:buClr>
                <a:schemeClr val="accent5"/>
              </a:buClr>
            </a:pPr>
            <a:r>
              <a:rPr lang="en-US"/>
              <a:t>Click here to add text </a:t>
            </a:r>
            <a:endParaRPr lang="fr-FR"/>
          </a:p>
          <a:p>
            <a:pPr marL="474160" lvl="1" indent="-228526">
              <a:lnSpc>
                <a:spcPct val="90000"/>
              </a:lnSpc>
              <a:spcBef>
                <a:spcPts val="533"/>
              </a:spcBef>
              <a:buClr>
                <a:schemeClr val="accent5"/>
              </a:buClr>
              <a:tabLst/>
            </a:pPr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marL="710969" lvl="2" indent="-228526">
              <a:lnSpc>
                <a:spcPct val="90000"/>
              </a:lnSpc>
              <a:spcBef>
                <a:spcPts val="533"/>
              </a:spcBef>
              <a:buClr>
                <a:schemeClr val="accent5"/>
              </a:buClr>
              <a:tabLst/>
            </a:pPr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7926FA-4C37-4337-A48F-C1E3BB67A08D}"/>
              </a:ext>
            </a:extLst>
          </p:cNvPr>
          <p:cNvSpPr/>
          <p:nvPr/>
        </p:nvSpPr>
        <p:spPr>
          <a:xfrm>
            <a:off x="187569" y="800049"/>
            <a:ext cx="1800664" cy="3312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881F32DB-A6B7-4BE6-8D7A-C2FD926E12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718" y="281269"/>
            <a:ext cx="11408871" cy="96157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here </a:t>
            </a:r>
            <a:br>
              <a:rPr lang="en-US"/>
            </a:br>
            <a:r>
              <a:rPr lang="en-US"/>
              <a:t>to add a title </a:t>
            </a:r>
            <a:endParaRPr lang="fr-FR"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79525850-0777-A6EE-F419-D78308D93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43826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L / Safran Aircraft Engines / Confidentiel C2 / 20 Octobre 2022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F9FFDC42-125C-4054-A929-D2AEC3063789}"/>
              </a:ext>
            </a:extLst>
          </p:cNvPr>
          <p:cNvGrpSpPr/>
          <p:nvPr/>
        </p:nvGrpSpPr>
        <p:grpSpPr>
          <a:xfrm>
            <a:off x="393641" y="1325789"/>
            <a:ext cx="1327481" cy="95981"/>
            <a:chOff x="479376" y="980728"/>
            <a:chExt cx="995611" cy="72008"/>
          </a:xfrm>
        </p:grpSpPr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680F81FB-0C3F-4ACC-8152-C73B0FC424CC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4"/>
              </a:solidFill>
              <a:prstDash val="solid"/>
              <a:miter lim="800000"/>
            </a:ln>
            <a:effectLst/>
          </p:spPr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0F322F3-DC27-4466-81D1-86ACB0ECF7A9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A9579404-282D-4B0E-A99F-DB85776D4D8E}"/>
              </a:ext>
            </a:extLst>
          </p:cNvPr>
          <p:cNvSpPr/>
          <p:nvPr/>
        </p:nvSpPr>
        <p:spPr>
          <a:xfrm>
            <a:off x="383120" y="5560885"/>
            <a:ext cx="11425765" cy="609412"/>
          </a:xfrm>
          <a:prstGeom prst="rect">
            <a:avLst/>
          </a:prstGeom>
          <a:gradFill flip="none" rotWithShape="1">
            <a:gsLst>
              <a:gs pos="0">
                <a:srgbClr val="122A57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A6675F3D-A583-1C52-1FED-53EA7A7003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120" y="5859919"/>
            <a:ext cx="11425765" cy="246145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14" name="Espace réservé du texte 6">
            <a:extLst>
              <a:ext uri="{FF2B5EF4-FFF2-40B4-BE49-F238E27FC236}">
                <a16:creationId xmlns:a16="http://schemas.microsoft.com/office/drawing/2014/main" id="{9358AD63-E459-F89D-5CFD-8811589D16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20" y="5612613"/>
            <a:ext cx="11425765" cy="246221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798638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ROUP COVER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377EA998-C783-46B4-8BD4-7807D686D2D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75965" y="6162906"/>
            <a:ext cx="1089215" cy="228179"/>
          </a:xfrm>
          <a:prstGeom prst="rect">
            <a:avLst/>
          </a:prstGeom>
        </p:spPr>
      </p:pic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356384"/>
            <a:ext cx="4074896" cy="148432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3465" b="1">
                <a:latin typeface="+mn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da-DK"/>
              <a:t>Lorem ipsum</a:t>
            </a:r>
            <a:br>
              <a:rPr lang="da-DK"/>
            </a:br>
            <a:r>
              <a:rPr lang="da-DK"/>
              <a:t>dolor sit amet</a:t>
            </a:r>
            <a:endParaRPr lang="fr-FR"/>
          </a:p>
        </p:txBody>
      </p:sp>
      <p:sp>
        <p:nvSpPr>
          <p:cNvPr id="26" name="Espace réservé pour une image  11">
            <a:extLst>
              <a:ext uri="{FF2B5EF4-FFF2-40B4-BE49-F238E27FC236}">
                <a16:creationId xmlns:a16="http://schemas.microsoft.com/office/drawing/2014/main" id="{EBB2A290-80EC-4D41-AB7F-4A0708C532A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836902" y="0"/>
            <a:ext cx="7355103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change the picture </a:t>
            </a:r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D7918B-95F6-461E-8D78-0189AACAD879}"/>
              </a:ext>
            </a:extLst>
          </p:cNvPr>
          <p:cNvSpPr/>
          <p:nvPr/>
        </p:nvSpPr>
        <p:spPr>
          <a:xfrm>
            <a:off x="383117" y="371833"/>
            <a:ext cx="4074896" cy="5155196"/>
          </a:xfrm>
          <a:prstGeom prst="rect">
            <a:avLst/>
          </a:prstGeom>
          <a:noFill/>
          <a:ln w="5080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D7918B-95F6-461E-8D78-0189AACAD879}"/>
              </a:ext>
            </a:extLst>
          </p:cNvPr>
          <p:cNvSpPr/>
          <p:nvPr/>
        </p:nvSpPr>
        <p:spPr>
          <a:xfrm>
            <a:off x="1347765" y="371837"/>
            <a:ext cx="2145600" cy="475053"/>
          </a:xfrm>
          <a:prstGeom prst="rect">
            <a:avLst/>
          </a:prstGeom>
          <a:noFill/>
          <a:ln w="5080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spc="133">
                <a:latin typeface="Arial" panose="020B0604020202020204" pitchFamily="34" charset="0"/>
                <a:cs typeface="Arial" panose="020B0604020202020204" pitchFamily="34" charset="0"/>
              </a:rPr>
              <a:t>AIRCRAFT</a:t>
            </a:r>
            <a:r>
              <a:rPr lang="fr-FR" sz="800" b="1" spc="133" baseline="0">
                <a:latin typeface="Arial" panose="020B0604020202020204" pitchFamily="34" charset="0"/>
                <a:cs typeface="Arial" panose="020B0604020202020204" pitchFamily="34" charset="0"/>
              </a:rPr>
              <a:t> ENGINES</a:t>
            </a:r>
            <a:endParaRPr lang="fr-FR" sz="800" b="1" spc="133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0080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pour une image  11">
            <a:extLst>
              <a:ext uri="{FF2B5EF4-FFF2-40B4-BE49-F238E27FC236}">
                <a16:creationId xmlns:a16="http://schemas.microsoft.com/office/drawing/2014/main" id="{EBB2A290-80EC-4D41-AB7F-4A0708C532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" y="0"/>
            <a:ext cx="4868189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72875" y="2356383"/>
            <a:ext cx="4479180" cy="2257115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65" b="1">
                <a:solidFill>
                  <a:schemeClr val="accent4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da-DK"/>
              <a:t>Lorem ipsum</a:t>
            </a:r>
            <a:br>
              <a:rPr lang="da-DK"/>
            </a:br>
            <a:r>
              <a:rPr lang="da-DK"/>
              <a:t>dolor sit amet</a:t>
            </a:r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4B52402-2172-43E2-85AB-A27808DD5AA2}"/>
              </a:ext>
            </a:extLst>
          </p:cNvPr>
          <p:cNvGrpSpPr/>
          <p:nvPr/>
        </p:nvGrpSpPr>
        <p:grpSpPr>
          <a:xfrm>
            <a:off x="5472880" y="4820994"/>
            <a:ext cx="1327481" cy="95981"/>
            <a:chOff x="479376" y="980728"/>
            <a:chExt cx="995611" cy="72008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E5F475E0-73FC-4EF3-B38B-1BC72D4B02D3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0C7703-EEE6-4894-8E05-3C55D8780320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D575B653-E75E-4D6F-B409-9D8F0B5143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72876" y="1563149"/>
            <a:ext cx="4479181" cy="681356"/>
          </a:xfrm>
          <a:prstGeom prst="rect">
            <a:avLst/>
          </a:prstGeom>
        </p:spPr>
        <p:txBody>
          <a:bodyPr lIns="0" anchor="b" anchorCtr="0"/>
          <a:lstStyle>
            <a:lvl1pPr marL="0" indent="0" algn="l">
              <a:buNone/>
              <a:defRPr sz="2665">
                <a:solidFill>
                  <a:schemeClr val="accent1"/>
                </a:solidFill>
              </a:defRPr>
            </a:lvl1pPr>
            <a:lvl2pPr marL="245635" indent="0" algn="ctr">
              <a:buNone/>
              <a:defRPr>
                <a:solidFill>
                  <a:schemeClr val="tx1"/>
                </a:solidFill>
              </a:defRPr>
            </a:lvl2pPr>
            <a:lvl3pPr marL="457387" indent="0" algn="ctr">
              <a:buNone/>
              <a:defRPr>
                <a:solidFill>
                  <a:schemeClr val="tx1"/>
                </a:solidFill>
              </a:defRPr>
            </a:lvl3pPr>
            <a:lvl4pPr marL="1829532" indent="0" algn="ctr">
              <a:buNone/>
              <a:defRPr>
                <a:solidFill>
                  <a:schemeClr val="tx1"/>
                </a:solidFill>
              </a:defRPr>
            </a:lvl4pPr>
            <a:lvl5pPr marL="2439371" indent="0" algn="ctr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err="1"/>
              <a:t>Chapter</a:t>
            </a:r>
            <a:r>
              <a:rPr lang="fr-FR"/>
              <a:t> 01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45DF7EE-7BCF-4102-B7A8-B8F30BEEB49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4801" y="6447677"/>
            <a:ext cx="1094083" cy="2307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051668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pour une image  11">
            <a:extLst>
              <a:ext uri="{FF2B5EF4-FFF2-40B4-BE49-F238E27FC236}">
                <a16:creationId xmlns:a16="http://schemas.microsoft.com/office/drawing/2014/main" id="{EBB2A290-80EC-4D41-AB7F-4A0708C532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" y="0"/>
            <a:ext cx="4868189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72875" y="2356383"/>
            <a:ext cx="4479180" cy="2257115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65" b="1">
                <a:solidFill>
                  <a:schemeClr val="accent4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da-DK"/>
              <a:t>Lorem ipsum</a:t>
            </a:r>
            <a:br>
              <a:rPr lang="da-DK"/>
            </a:br>
            <a:r>
              <a:rPr lang="da-DK"/>
              <a:t>dolor sit amet</a:t>
            </a:r>
            <a:endParaRPr lang="fr-FR"/>
          </a:p>
        </p:txBody>
      </p:sp>
      <p:pic>
        <p:nvPicPr>
          <p:cNvPr id="2" name="Picture 2" descr="https://formation-cfr.fr/wp-content/uploads/2016/04/logo-safran.png">
            <a:extLst>
              <a:ext uri="{FF2B5EF4-FFF2-40B4-BE49-F238E27FC236}">
                <a16:creationId xmlns:a16="http://schemas.microsoft.com/office/drawing/2014/main" id="{9EF1235C-93A8-6359-B2A5-F04547A8E6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87800" y="6333671"/>
            <a:ext cx="1344000" cy="46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19316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9C1BD4-2402-4571-9F04-505A7FE75A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20" y="1356368"/>
            <a:ext cx="11425765" cy="418533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1067"/>
              </a:spcBef>
              <a:defRPr sz="2133" b="1">
                <a:solidFill>
                  <a:schemeClr val="accent1"/>
                </a:solidFill>
              </a:defRPr>
            </a:lvl1pPr>
            <a:lvl2pPr marL="474160" indent="-228526">
              <a:lnSpc>
                <a:spcPct val="90000"/>
              </a:lnSpc>
              <a:spcBef>
                <a:spcPts val="533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/>
              <a:defRPr sz="1867">
                <a:solidFill>
                  <a:schemeClr val="tx2"/>
                </a:solidFill>
              </a:defRPr>
            </a:lvl2pPr>
            <a:lvl3pPr marL="710969" indent="-228526">
              <a:lnSpc>
                <a:spcPct val="90000"/>
              </a:lnSpc>
              <a:spcBef>
                <a:spcPts val="533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/>
              <a:defRPr sz="1600">
                <a:solidFill>
                  <a:schemeClr val="tx2"/>
                </a:solidFill>
              </a:defRPr>
            </a:lvl3pPr>
            <a:lvl4pPr marL="952191" indent="-22852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/>
              <a:defRPr sz="1600">
                <a:solidFill>
                  <a:schemeClr val="tx2"/>
                </a:solidFill>
                <a:latin typeface="+mn-lt"/>
              </a:defRPr>
            </a:lvl4pPr>
            <a:lvl5pPr marL="1193411" indent="-22852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/>
              <a:defRPr sz="16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here to add text 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2DE2A36-88EC-4A13-9346-E7A65DB242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712" y="256379"/>
            <a:ext cx="9600000" cy="569207"/>
          </a:xfrm>
        </p:spPr>
        <p:txBody>
          <a:bodyPr/>
          <a:lstStyle/>
          <a:p>
            <a:r>
              <a:rPr lang="en-US"/>
              <a:t>Click here to add a title 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43826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L / Safran Aircraft Engines / Confidentiel C2 / 20 Octobre 2022</a:t>
            </a:r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0471" y="53321"/>
            <a:ext cx="1815068" cy="4790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68774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pour une image  11">
            <a:extLst>
              <a:ext uri="{FF2B5EF4-FFF2-40B4-BE49-F238E27FC236}">
                <a16:creationId xmlns:a16="http://schemas.microsoft.com/office/drawing/2014/main" id="{EBB2A290-80EC-4D41-AB7F-4A0708C532A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" y="0"/>
            <a:ext cx="4868189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68493" y="2827286"/>
            <a:ext cx="5971267" cy="1315327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399" b="1">
                <a:solidFill>
                  <a:schemeClr val="accent4"/>
                </a:solidFill>
                <a:latin typeface="+mj-lt"/>
              </a:defRPr>
            </a:lvl1pPr>
            <a:lvl2pPr marL="245555" indent="0">
              <a:buNone/>
              <a:defRPr>
                <a:latin typeface="+mn-lt"/>
              </a:defRPr>
            </a:lvl2pPr>
            <a:lvl3pPr marL="457238" indent="0">
              <a:buNone/>
              <a:defRPr>
                <a:latin typeface="+mn-lt"/>
              </a:defRPr>
            </a:lvl3pPr>
            <a:lvl4pPr marL="1828937" indent="0">
              <a:buNone/>
              <a:defRPr>
                <a:latin typeface="+mn-lt"/>
              </a:defRPr>
            </a:lvl4pPr>
            <a:lvl5pPr marL="2438578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4B52402-2172-43E2-85AB-A27808DD5AA2}"/>
              </a:ext>
            </a:extLst>
          </p:cNvPr>
          <p:cNvGrpSpPr/>
          <p:nvPr userDrawn="1"/>
        </p:nvGrpSpPr>
        <p:grpSpPr>
          <a:xfrm>
            <a:off x="5472881" y="4820996"/>
            <a:ext cx="1327481" cy="95981"/>
            <a:chOff x="479376" y="980728"/>
            <a:chExt cx="995611" cy="72008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E5F475E0-73FC-4EF3-B38B-1BC72D4B02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0C7703-EEE6-4894-8E05-3C55D8780320}"/>
                </a:ext>
              </a:extLst>
            </p:cNvPr>
            <p:cNvSpPr/>
            <p:nvPr userDrawn="1"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408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D575B653-E75E-4D6F-B409-9D8F0B5143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541" y="1761694"/>
            <a:ext cx="1795410" cy="482815"/>
          </a:xfrm>
          <a:prstGeom prst="rect">
            <a:avLst/>
          </a:prstGeom>
        </p:spPr>
        <p:txBody>
          <a:bodyPr wrap="none" lIns="72000" tIns="36000" rIns="72000" bIns="36000" anchor="b" anchorCtr="0">
            <a:spAutoFit/>
          </a:bodyPr>
          <a:lstStyle>
            <a:lvl1pPr marL="0" indent="0" algn="l">
              <a:buNone/>
              <a:defRPr sz="2665" b="0">
                <a:solidFill>
                  <a:schemeClr val="accent1"/>
                </a:solidFill>
              </a:defRPr>
            </a:lvl1pPr>
            <a:lvl2pPr marL="245555" indent="0" algn="ctr">
              <a:buNone/>
              <a:defRPr>
                <a:solidFill>
                  <a:schemeClr val="tx1"/>
                </a:solidFill>
              </a:defRPr>
            </a:lvl2pPr>
            <a:lvl3pPr marL="457238" indent="0" algn="ctr">
              <a:buNone/>
              <a:defRPr>
                <a:solidFill>
                  <a:schemeClr val="tx1"/>
                </a:solidFill>
              </a:defRPr>
            </a:lvl3pPr>
            <a:lvl4pPr marL="1828937" indent="0" algn="ctr">
              <a:buNone/>
              <a:defRPr>
                <a:solidFill>
                  <a:schemeClr val="tx1"/>
                </a:solidFill>
              </a:defRPr>
            </a:lvl4pPr>
            <a:lvl5pPr marL="2438578" indent="0" algn="ctr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err="1"/>
              <a:t>Chapter</a:t>
            </a:r>
            <a:r>
              <a:rPr lang="fr-FR"/>
              <a:t> 01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45DF7EE-7BCF-4102-B7A8-B8F30BEEB4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6755" y="6447677"/>
            <a:ext cx="1090180" cy="230791"/>
          </a:xfrm>
          <a:prstGeom prst="rect">
            <a:avLst/>
          </a:prstGeom>
          <a:noFill/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4F3726C0-59A7-2C9D-11DF-95D73CB75274}"/>
              </a:ext>
            </a:extLst>
          </p:cNvPr>
          <p:cNvGrpSpPr/>
          <p:nvPr userDrawn="1"/>
        </p:nvGrpSpPr>
        <p:grpSpPr>
          <a:xfrm>
            <a:off x="-2113804" y="3"/>
            <a:ext cx="1885827" cy="1528108"/>
            <a:chOff x="4867566" y="1651754"/>
            <a:chExt cx="1885826" cy="1528107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448B661-8C0F-DCD0-877D-8B5F9FFAE4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64900F-FA05-0FBC-16BD-E9FBBF9E189B}"/>
                </a:ext>
              </a:extLst>
            </p:cNvPr>
            <p:cNvSpPr/>
            <p:nvPr/>
          </p:nvSpPr>
          <p:spPr>
            <a:xfrm>
              <a:off x="4867566" y="2010311"/>
              <a:ext cx="1885826" cy="116955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394" marR="0" lvl="0" indent="-171394" algn="l" defTabSz="457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394" marR="0" lvl="0" indent="-171394" algn="l" defTabSz="457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394" marR="0" lvl="0" indent="-171394" algn="l" defTabSz="457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641610A-D1D3-3A51-0B8D-0A059BB05692}"/>
              </a:ext>
            </a:extLst>
          </p:cNvPr>
          <p:cNvGrpSpPr/>
          <p:nvPr userDrawn="1"/>
        </p:nvGrpSpPr>
        <p:grpSpPr>
          <a:xfrm>
            <a:off x="12400481" y="3"/>
            <a:ext cx="1885827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BE7D702B-44AC-69E2-DFE2-D4FEC3FD64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9F490D-FD8A-1F8B-5F8D-DE51543F7DCD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394" lvl="0" indent="-171394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394" lvl="0" indent="-171394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394" lvl="0" indent="-171394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72212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[compagny]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6AB278-C52C-1715-7042-D709A6BCC19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>
                  <a:alpha val="0"/>
                </a:schemeClr>
              </a:gs>
              <a:gs pos="100000">
                <a:schemeClr val="tx2">
                  <a:alpha val="4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52B910FF-E094-4686-2C72-ECC4EA3E63DA}"/>
              </a:ext>
            </a:extLst>
          </p:cNvPr>
          <p:cNvSpPr>
            <a:spLocks/>
          </p:cNvSpPr>
          <p:nvPr userDrawn="1"/>
        </p:nvSpPr>
        <p:spPr>
          <a:xfrm>
            <a:off x="114299" y="5641985"/>
            <a:ext cx="11896728" cy="704847"/>
          </a:xfrm>
          <a:custGeom>
            <a:avLst/>
            <a:gdLst>
              <a:gd name="connsiteX0" fmla="*/ 5809477 w 11575605"/>
              <a:gd name="connsiteY0" fmla="*/ 4 h 1720849"/>
              <a:gd name="connsiteX1" fmla="*/ 11575605 w 11575605"/>
              <a:gd name="connsiteY1" fmla="*/ 609764 h 1720849"/>
              <a:gd name="connsiteX2" fmla="*/ 9609772 w 11575605"/>
              <a:gd name="connsiteY2" fmla="*/ 1720849 h 1720849"/>
              <a:gd name="connsiteX3" fmla="*/ 1970511 w 11575605"/>
              <a:gd name="connsiteY3" fmla="*/ 1720849 h 1720849"/>
              <a:gd name="connsiteX4" fmla="*/ 0 w 11575605"/>
              <a:gd name="connsiteY4" fmla="*/ 626760 h 1720849"/>
              <a:gd name="connsiteX5" fmla="*/ 5809477 w 11575605"/>
              <a:gd name="connsiteY5" fmla="*/ 4 h 1720849"/>
              <a:gd name="connsiteX0" fmla="*/ 1970511 w 11575605"/>
              <a:gd name="connsiteY0" fmla="*/ 1720849 h 1812289"/>
              <a:gd name="connsiteX1" fmla="*/ 0 w 11575605"/>
              <a:gd name="connsiteY1" fmla="*/ 626760 h 1812289"/>
              <a:gd name="connsiteX2" fmla="*/ 5809477 w 11575605"/>
              <a:gd name="connsiteY2" fmla="*/ 4 h 1812289"/>
              <a:gd name="connsiteX3" fmla="*/ 11575605 w 11575605"/>
              <a:gd name="connsiteY3" fmla="*/ 609764 h 1812289"/>
              <a:gd name="connsiteX4" fmla="*/ 9609772 w 11575605"/>
              <a:gd name="connsiteY4" fmla="*/ 1720849 h 1812289"/>
              <a:gd name="connsiteX5" fmla="*/ 2061951 w 11575605"/>
              <a:gd name="connsiteY5" fmla="*/ 1812289 h 1812289"/>
              <a:gd name="connsiteX0" fmla="*/ 1970511 w 11575605"/>
              <a:gd name="connsiteY0" fmla="*/ 1720849 h 1720849"/>
              <a:gd name="connsiteX1" fmla="*/ 0 w 11575605"/>
              <a:gd name="connsiteY1" fmla="*/ 626760 h 1720849"/>
              <a:gd name="connsiteX2" fmla="*/ 5809477 w 11575605"/>
              <a:gd name="connsiteY2" fmla="*/ 4 h 1720849"/>
              <a:gd name="connsiteX3" fmla="*/ 11575605 w 11575605"/>
              <a:gd name="connsiteY3" fmla="*/ 609764 h 1720849"/>
              <a:gd name="connsiteX4" fmla="*/ 9609772 w 11575605"/>
              <a:gd name="connsiteY4" fmla="*/ 1720849 h 1720849"/>
              <a:gd name="connsiteX0" fmla="*/ 0 w 11575605"/>
              <a:gd name="connsiteY0" fmla="*/ 626760 h 1720849"/>
              <a:gd name="connsiteX1" fmla="*/ 5809477 w 11575605"/>
              <a:gd name="connsiteY1" fmla="*/ 4 h 1720849"/>
              <a:gd name="connsiteX2" fmla="*/ 11575605 w 11575605"/>
              <a:gd name="connsiteY2" fmla="*/ 609764 h 1720849"/>
              <a:gd name="connsiteX3" fmla="*/ 9609772 w 11575605"/>
              <a:gd name="connsiteY3" fmla="*/ 1720849 h 1720849"/>
              <a:gd name="connsiteX0" fmla="*/ 0 w 11575605"/>
              <a:gd name="connsiteY0" fmla="*/ 626760 h 626760"/>
              <a:gd name="connsiteX1" fmla="*/ 5809477 w 11575605"/>
              <a:gd name="connsiteY1" fmla="*/ 4 h 626760"/>
              <a:gd name="connsiteX2" fmla="*/ 11575605 w 11575605"/>
              <a:gd name="connsiteY2" fmla="*/ 609764 h 626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75605" h="626760">
                <a:moveTo>
                  <a:pt x="0" y="626760"/>
                </a:moveTo>
                <a:cubicBezTo>
                  <a:pt x="1728228" y="218748"/>
                  <a:pt x="3746287" y="1030"/>
                  <a:pt x="5809477" y="4"/>
                </a:cubicBezTo>
                <a:cubicBezTo>
                  <a:pt x="7853204" y="-1012"/>
                  <a:pt x="9854683" y="210641"/>
                  <a:pt x="11575605" y="609764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8DBE0E-AB59-532F-921C-C32E407024DA}"/>
              </a:ext>
            </a:extLst>
          </p:cNvPr>
          <p:cNvSpPr>
            <a:spLocks/>
          </p:cNvSpPr>
          <p:nvPr userDrawn="1"/>
        </p:nvSpPr>
        <p:spPr>
          <a:xfrm>
            <a:off x="-1" y="6305555"/>
            <a:ext cx="12125325" cy="5524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BD44FC9-82DD-F837-788A-082157C08D6F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431801" y="603695"/>
            <a:ext cx="11324771" cy="2062836"/>
          </a:xfrm>
        </p:spPr>
        <p:txBody>
          <a:bodyPr lIns="180000" tIns="288000" bIns="0" anchor="t">
            <a:spAutoFit/>
          </a:bodyPr>
          <a:lstStyle>
            <a:lvl1pPr algn="l">
              <a:lnSpc>
                <a:spcPct val="80000"/>
              </a:lnSpc>
              <a:defRPr sz="7197" cap="all" baseline="0">
                <a:solidFill>
                  <a:schemeClr val="bg1"/>
                </a:solidFill>
                <a:effectLst>
                  <a:outerShdw blurRad="381000" dist="38100" dir="2700000" algn="tl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r>
              <a:rPr lang="fr-FR" err="1"/>
              <a:t>Title</a:t>
            </a:r>
            <a:r>
              <a:rPr lang="fr-FR"/>
              <a:t> of the </a:t>
            </a:r>
            <a:r>
              <a:rPr lang="fr-FR" err="1"/>
              <a:t>presentation</a:t>
            </a:r>
            <a:endParaRPr lang="en-GB"/>
          </a:p>
        </p:txBody>
      </p: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14ECD80C-6428-9B24-0E4D-E16CEFEF9586}"/>
              </a:ext>
            </a:extLst>
          </p:cNvPr>
          <p:cNvGrpSpPr/>
          <p:nvPr userDrawn="1"/>
        </p:nvGrpSpPr>
        <p:grpSpPr>
          <a:xfrm>
            <a:off x="-2113804" y="4"/>
            <a:ext cx="1885827" cy="1528109"/>
            <a:chOff x="4867566" y="1651754"/>
            <a:chExt cx="1885826" cy="1528110"/>
          </a:xfrm>
        </p:grpSpPr>
        <p:sp>
          <p:nvSpPr>
            <p:cNvPr id="51" name="Freeform 5">
              <a:extLst>
                <a:ext uri="{FF2B5EF4-FFF2-40B4-BE49-F238E27FC236}">
                  <a16:creationId xmlns:a16="http://schemas.microsoft.com/office/drawing/2014/main" id="{327F99F8-D484-9ED0-AB73-63E7832E56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B54E7B5-5347-6EE0-4463-0AA0438A4F65}"/>
                </a:ext>
              </a:extLst>
            </p:cNvPr>
            <p:cNvSpPr/>
            <p:nvPr/>
          </p:nvSpPr>
          <p:spPr>
            <a:xfrm>
              <a:off x="4867566" y="2010312"/>
              <a:ext cx="1885826" cy="116955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394" marR="0" lvl="0" indent="-171394" algn="l" defTabSz="457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394" marR="0" lvl="0" indent="-171394" algn="l" defTabSz="457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394" marR="0" lvl="0" indent="-171394" algn="l" defTabSz="457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39C4B8A8-E5AA-27B3-5275-1330321475E6}"/>
              </a:ext>
            </a:extLst>
          </p:cNvPr>
          <p:cNvGrpSpPr/>
          <p:nvPr userDrawn="1"/>
        </p:nvGrpSpPr>
        <p:grpSpPr>
          <a:xfrm>
            <a:off x="12400481" y="4"/>
            <a:ext cx="1885827" cy="1528109"/>
            <a:chOff x="4867566" y="1651754"/>
            <a:chExt cx="1885826" cy="1528110"/>
          </a:xfrm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32951F63-2036-5AD9-EB99-B39DBC8567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0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7FCF20F-6543-BBEC-2FC2-CE5713EF8ED6}"/>
                </a:ext>
              </a:extLst>
            </p:cNvPr>
            <p:cNvSpPr/>
            <p:nvPr/>
          </p:nvSpPr>
          <p:spPr>
            <a:xfrm>
              <a:off x="4867566" y="2010312"/>
              <a:ext cx="1885826" cy="116955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394" lvl="0" indent="-171394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394" lvl="0" indent="-171394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394" lvl="0" indent="-171394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pic>
        <p:nvPicPr>
          <p:cNvPr id="18" name="Picture 17" descr="Une image contenant Graphique, Police, logo, graphisme&#10;&#10;Description générée automatiquement">
            <a:extLst>
              <a:ext uri="{FF2B5EF4-FFF2-40B4-BE49-F238E27FC236}">
                <a16:creationId xmlns:a16="http://schemas.microsoft.com/office/drawing/2014/main" id="{6E5B9C86-6503-DDE8-7B8B-7563CB69C0D6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8284" y="6067173"/>
            <a:ext cx="1695447" cy="356044"/>
          </a:xfrm>
          <a:prstGeom prst="rect">
            <a:avLst/>
          </a:prstGeom>
        </p:spPr>
      </p:pic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7E2018C9-6FAF-66A0-FC77-17202EE7E6E4}"/>
              </a:ext>
            </a:extLst>
          </p:cNvPr>
          <p:cNvSpPr/>
          <p:nvPr userDrawn="1"/>
        </p:nvSpPr>
        <p:spPr>
          <a:xfrm>
            <a:off x="114300" y="5308759"/>
            <a:ext cx="235744" cy="1066800"/>
          </a:xfrm>
          <a:custGeom>
            <a:avLst/>
            <a:gdLst>
              <a:gd name="connsiteX0" fmla="*/ 0 w 260984"/>
              <a:gd name="connsiteY0" fmla="*/ 0 h 1066800"/>
              <a:gd name="connsiteX1" fmla="*/ 100013 w 260984"/>
              <a:gd name="connsiteY1" fmla="*/ 0 h 1066800"/>
              <a:gd name="connsiteX2" fmla="*/ 100013 w 260984"/>
              <a:gd name="connsiteY2" fmla="*/ 826544 h 1066800"/>
              <a:gd name="connsiteX3" fmla="*/ 249782 w 260984"/>
              <a:gd name="connsiteY3" fmla="*/ 976313 h 1066800"/>
              <a:gd name="connsiteX4" fmla="*/ 260984 w 260984"/>
              <a:gd name="connsiteY4" fmla="*/ 976313 h 1066800"/>
              <a:gd name="connsiteX5" fmla="*/ 260984 w 260984"/>
              <a:gd name="connsiteY5" fmla="*/ 1066800 h 1066800"/>
              <a:gd name="connsiteX6" fmla="*/ 0 w 260984"/>
              <a:gd name="connsiteY6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0984" h="1066800">
                <a:moveTo>
                  <a:pt x="0" y="0"/>
                </a:moveTo>
                <a:lnTo>
                  <a:pt x="100013" y="0"/>
                </a:lnTo>
                <a:lnTo>
                  <a:pt x="100013" y="826544"/>
                </a:lnTo>
                <a:cubicBezTo>
                  <a:pt x="100013" y="909259"/>
                  <a:pt x="167067" y="976313"/>
                  <a:pt x="249782" y="976313"/>
                </a:cubicBezTo>
                <a:lnTo>
                  <a:pt x="260984" y="976313"/>
                </a:lnTo>
                <a:lnTo>
                  <a:pt x="260984" y="1066800"/>
                </a:lnTo>
                <a:lnTo>
                  <a:pt x="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BE7C1234-9BF8-54F2-967C-B0C1E9558626}"/>
              </a:ext>
            </a:extLst>
          </p:cNvPr>
          <p:cNvSpPr/>
          <p:nvPr userDrawn="1"/>
        </p:nvSpPr>
        <p:spPr>
          <a:xfrm flipH="1">
            <a:off x="11842756" y="5308759"/>
            <a:ext cx="235744" cy="1066800"/>
          </a:xfrm>
          <a:custGeom>
            <a:avLst/>
            <a:gdLst>
              <a:gd name="connsiteX0" fmla="*/ 0 w 260984"/>
              <a:gd name="connsiteY0" fmla="*/ 0 h 1066800"/>
              <a:gd name="connsiteX1" fmla="*/ 100013 w 260984"/>
              <a:gd name="connsiteY1" fmla="*/ 0 h 1066800"/>
              <a:gd name="connsiteX2" fmla="*/ 100013 w 260984"/>
              <a:gd name="connsiteY2" fmla="*/ 826544 h 1066800"/>
              <a:gd name="connsiteX3" fmla="*/ 249782 w 260984"/>
              <a:gd name="connsiteY3" fmla="*/ 976313 h 1066800"/>
              <a:gd name="connsiteX4" fmla="*/ 260984 w 260984"/>
              <a:gd name="connsiteY4" fmla="*/ 976313 h 1066800"/>
              <a:gd name="connsiteX5" fmla="*/ 260984 w 260984"/>
              <a:gd name="connsiteY5" fmla="*/ 1066800 h 1066800"/>
              <a:gd name="connsiteX6" fmla="*/ 0 w 260984"/>
              <a:gd name="connsiteY6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0984" h="1066800">
                <a:moveTo>
                  <a:pt x="0" y="0"/>
                </a:moveTo>
                <a:lnTo>
                  <a:pt x="100013" y="0"/>
                </a:lnTo>
                <a:lnTo>
                  <a:pt x="100013" y="826544"/>
                </a:lnTo>
                <a:cubicBezTo>
                  <a:pt x="100013" y="909259"/>
                  <a:pt x="167067" y="976313"/>
                  <a:pt x="249782" y="976313"/>
                </a:cubicBezTo>
                <a:lnTo>
                  <a:pt x="260984" y="976313"/>
                </a:lnTo>
                <a:lnTo>
                  <a:pt x="260984" y="1066800"/>
                </a:lnTo>
                <a:lnTo>
                  <a:pt x="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C209199B-CC1B-78B3-9646-EFADA779D08B}"/>
              </a:ext>
            </a:extLst>
          </p:cNvPr>
          <p:cNvSpPr/>
          <p:nvPr userDrawn="1"/>
        </p:nvSpPr>
        <p:spPr>
          <a:xfrm>
            <a:off x="0" y="-3175"/>
            <a:ext cx="12192000" cy="6858000"/>
          </a:xfrm>
          <a:custGeom>
            <a:avLst/>
            <a:gdLst>
              <a:gd name="connsiteX0" fmla="*/ 342070 w 12192000"/>
              <a:gd name="connsiteY0" fmla="*/ 219075 h 6858000"/>
              <a:gd name="connsiteX1" fmla="*/ 203200 w 12192000"/>
              <a:gd name="connsiteY1" fmla="*/ 357945 h 6858000"/>
              <a:gd name="connsiteX2" fmla="*/ 203200 w 12192000"/>
              <a:gd name="connsiteY2" fmla="*/ 6506405 h 6858000"/>
              <a:gd name="connsiteX3" fmla="*/ 342070 w 12192000"/>
              <a:gd name="connsiteY3" fmla="*/ 6645275 h 6858000"/>
              <a:gd name="connsiteX4" fmla="*/ 11837230 w 12192000"/>
              <a:gd name="connsiteY4" fmla="*/ 6645275 h 6858000"/>
              <a:gd name="connsiteX5" fmla="*/ 11976100 w 12192000"/>
              <a:gd name="connsiteY5" fmla="*/ 6506405 h 6858000"/>
              <a:gd name="connsiteX6" fmla="*/ 11976100 w 12192000"/>
              <a:gd name="connsiteY6" fmla="*/ 357945 h 6858000"/>
              <a:gd name="connsiteX7" fmla="*/ 11837230 w 12192000"/>
              <a:gd name="connsiteY7" fmla="*/ 219075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342070" y="219075"/>
                </a:moveTo>
                <a:cubicBezTo>
                  <a:pt x="265374" y="219075"/>
                  <a:pt x="203200" y="281249"/>
                  <a:pt x="203200" y="357945"/>
                </a:cubicBezTo>
                <a:lnTo>
                  <a:pt x="203200" y="6506405"/>
                </a:lnTo>
                <a:cubicBezTo>
                  <a:pt x="203200" y="6583101"/>
                  <a:pt x="265374" y="6645275"/>
                  <a:pt x="342070" y="6645275"/>
                </a:cubicBezTo>
                <a:lnTo>
                  <a:pt x="11837230" y="6645275"/>
                </a:lnTo>
                <a:cubicBezTo>
                  <a:pt x="11913926" y="6645275"/>
                  <a:pt x="11976100" y="6583101"/>
                  <a:pt x="11976100" y="6506405"/>
                </a:cubicBezTo>
                <a:lnTo>
                  <a:pt x="11976100" y="357945"/>
                </a:lnTo>
                <a:cubicBezTo>
                  <a:pt x="11976100" y="281249"/>
                  <a:pt x="11913926" y="219075"/>
                  <a:pt x="11837230" y="21907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/>
          </a:p>
        </p:txBody>
      </p:sp>
      <p:pic>
        <p:nvPicPr>
          <p:cNvPr id="43" name="Graphique 42">
            <a:extLst>
              <a:ext uri="{FF2B5EF4-FFF2-40B4-BE49-F238E27FC236}">
                <a16:creationId xmlns:a16="http://schemas.microsoft.com/office/drawing/2014/main" id="{01D6153B-97A1-3966-D1C0-E44A64B7E6A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4624389" y="10808"/>
            <a:ext cx="2319739" cy="507999"/>
          </a:xfrm>
          <a:custGeom>
            <a:avLst/>
            <a:gdLst>
              <a:gd name="connsiteX0" fmla="*/ 0 w 2409825"/>
              <a:gd name="connsiteY0" fmla="*/ 0 h 550069"/>
              <a:gd name="connsiteX1" fmla="*/ 2409825 w 2409825"/>
              <a:gd name="connsiteY1" fmla="*/ 0 h 550069"/>
              <a:gd name="connsiteX2" fmla="*/ 2409825 w 2409825"/>
              <a:gd name="connsiteY2" fmla="*/ 550069 h 550069"/>
              <a:gd name="connsiteX3" fmla="*/ 0 w 2409825"/>
              <a:gd name="connsiteY3" fmla="*/ 550069 h 55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9825" h="550069">
                <a:moveTo>
                  <a:pt x="0" y="0"/>
                </a:moveTo>
                <a:lnTo>
                  <a:pt x="2409825" y="0"/>
                </a:lnTo>
                <a:lnTo>
                  <a:pt x="2409825" y="550069"/>
                </a:lnTo>
                <a:lnTo>
                  <a:pt x="0" y="550069"/>
                </a:lnTo>
                <a:close/>
              </a:path>
            </a:pathLst>
          </a:custGeom>
        </p:spPr>
      </p:pic>
      <p:pic>
        <p:nvPicPr>
          <p:cNvPr id="41" name="Graphique 40">
            <a:extLst>
              <a:ext uri="{FF2B5EF4-FFF2-40B4-BE49-F238E27FC236}">
                <a16:creationId xmlns:a16="http://schemas.microsoft.com/office/drawing/2014/main" id="{9C23CE86-6A84-5E52-BA3F-9DD1F6DBB4D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flipH="1">
            <a:off x="5247877" y="10806"/>
            <a:ext cx="2319739" cy="507997"/>
          </a:xfrm>
          <a:custGeom>
            <a:avLst/>
            <a:gdLst>
              <a:gd name="connsiteX0" fmla="*/ 2409825 w 2409825"/>
              <a:gd name="connsiteY0" fmla="*/ 0 h 550068"/>
              <a:gd name="connsiteX1" fmla="*/ 0 w 2409825"/>
              <a:gd name="connsiteY1" fmla="*/ 0 h 550068"/>
              <a:gd name="connsiteX2" fmla="*/ 0 w 2409825"/>
              <a:gd name="connsiteY2" fmla="*/ 550068 h 550068"/>
              <a:gd name="connsiteX3" fmla="*/ 2409825 w 2409825"/>
              <a:gd name="connsiteY3" fmla="*/ 550068 h 550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9825" h="550068">
                <a:moveTo>
                  <a:pt x="2409825" y="0"/>
                </a:moveTo>
                <a:lnTo>
                  <a:pt x="0" y="0"/>
                </a:lnTo>
                <a:lnTo>
                  <a:pt x="0" y="550068"/>
                </a:lnTo>
                <a:lnTo>
                  <a:pt x="2409825" y="550068"/>
                </a:lnTo>
                <a:close/>
              </a:path>
            </a:pathLst>
          </a:custGeom>
        </p:spPr>
      </p:pic>
      <p:sp>
        <p:nvSpPr>
          <p:cNvPr id="39" name="Forme libre : forme 38">
            <a:extLst>
              <a:ext uri="{FF2B5EF4-FFF2-40B4-BE49-F238E27FC236}">
                <a16:creationId xmlns:a16="http://schemas.microsoft.com/office/drawing/2014/main" id="{6977CA17-93FC-6A5E-35AE-37F10844291B}"/>
              </a:ext>
            </a:extLst>
          </p:cNvPr>
          <p:cNvSpPr/>
          <p:nvPr userDrawn="1"/>
        </p:nvSpPr>
        <p:spPr>
          <a:xfrm rot="16200000" flipH="1">
            <a:off x="4460523" y="-324924"/>
            <a:ext cx="172967" cy="1066800"/>
          </a:xfrm>
          <a:custGeom>
            <a:avLst/>
            <a:gdLst>
              <a:gd name="connsiteX0" fmla="*/ 0 w 201215"/>
              <a:gd name="connsiteY0" fmla="*/ 0 h 1066800"/>
              <a:gd name="connsiteX1" fmla="*/ 0 w 201215"/>
              <a:gd name="connsiteY1" fmla="*/ 1066800 h 1066800"/>
              <a:gd name="connsiteX2" fmla="*/ 201215 w 201215"/>
              <a:gd name="connsiteY2" fmla="*/ 1066800 h 1066800"/>
              <a:gd name="connsiteX3" fmla="*/ 201215 w 201215"/>
              <a:gd name="connsiteY3" fmla="*/ 970857 h 1066800"/>
              <a:gd name="connsiteX4" fmla="*/ 172967 w 201215"/>
              <a:gd name="connsiteY4" fmla="*/ 964544 h 1066800"/>
              <a:gd name="connsiteX5" fmla="*/ 90341 w 201215"/>
              <a:gd name="connsiteY5" fmla="*/ 826544 h 1066800"/>
              <a:gd name="connsiteX6" fmla="*/ 90341 w 201215"/>
              <a:gd name="connsiteY6" fmla="*/ 0 h 1066800"/>
              <a:gd name="connsiteX0" fmla="*/ 201215 w 292655"/>
              <a:gd name="connsiteY0" fmla="*/ 1066800 h 1158240"/>
              <a:gd name="connsiteX1" fmla="*/ 201215 w 292655"/>
              <a:gd name="connsiteY1" fmla="*/ 970857 h 1158240"/>
              <a:gd name="connsiteX2" fmla="*/ 172967 w 292655"/>
              <a:gd name="connsiteY2" fmla="*/ 964544 h 1158240"/>
              <a:gd name="connsiteX3" fmla="*/ 90341 w 292655"/>
              <a:gd name="connsiteY3" fmla="*/ 826544 h 1158240"/>
              <a:gd name="connsiteX4" fmla="*/ 90341 w 292655"/>
              <a:gd name="connsiteY4" fmla="*/ 0 h 1158240"/>
              <a:gd name="connsiteX5" fmla="*/ 0 w 292655"/>
              <a:gd name="connsiteY5" fmla="*/ 0 h 1158240"/>
              <a:gd name="connsiteX6" fmla="*/ 0 w 292655"/>
              <a:gd name="connsiteY6" fmla="*/ 1066800 h 1158240"/>
              <a:gd name="connsiteX7" fmla="*/ 292655 w 292655"/>
              <a:gd name="connsiteY7" fmla="*/ 1158240 h 1158240"/>
              <a:gd name="connsiteX0" fmla="*/ 201215 w 201215"/>
              <a:gd name="connsiteY0" fmla="*/ 1066800 h 1066800"/>
              <a:gd name="connsiteX1" fmla="*/ 201215 w 201215"/>
              <a:gd name="connsiteY1" fmla="*/ 970857 h 1066800"/>
              <a:gd name="connsiteX2" fmla="*/ 172967 w 201215"/>
              <a:gd name="connsiteY2" fmla="*/ 964544 h 1066800"/>
              <a:gd name="connsiteX3" fmla="*/ 90341 w 201215"/>
              <a:gd name="connsiteY3" fmla="*/ 826544 h 1066800"/>
              <a:gd name="connsiteX4" fmla="*/ 90341 w 201215"/>
              <a:gd name="connsiteY4" fmla="*/ 0 h 1066800"/>
              <a:gd name="connsiteX5" fmla="*/ 0 w 201215"/>
              <a:gd name="connsiteY5" fmla="*/ 0 h 1066800"/>
              <a:gd name="connsiteX6" fmla="*/ 0 w 201215"/>
              <a:gd name="connsiteY6" fmla="*/ 1066800 h 1066800"/>
              <a:gd name="connsiteX0" fmla="*/ 201215 w 201215"/>
              <a:gd name="connsiteY0" fmla="*/ 970857 h 1066800"/>
              <a:gd name="connsiteX1" fmla="*/ 172967 w 201215"/>
              <a:gd name="connsiteY1" fmla="*/ 964544 h 1066800"/>
              <a:gd name="connsiteX2" fmla="*/ 90341 w 201215"/>
              <a:gd name="connsiteY2" fmla="*/ 826544 h 1066800"/>
              <a:gd name="connsiteX3" fmla="*/ 90341 w 201215"/>
              <a:gd name="connsiteY3" fmla="*/ 0 h 1066800"/>
              <a:gd name="connsiteX4" fmla="*/ 0 w 201215"/>
              <a:gd name="connsiteY4" fmla="*/ 0 h 1066800"/>
              <a:gd name="connsiteX5" fmla="*/ 0 w 201215"/>
              <a:gd name="connsiteY5" fmla="*/ 1066800 h 1066800"/>
              <a:gd name="connsiteX0" fmla="*/ 172967 w 172967"/>
              <a:gd name="connsiteY0" fmla="*/ 964544 h 1066800"/>
              <a:gd name="connsiteX1" fmla="*/ 90341 w 172967"/>
              <a:gd name="connsiteY1" fmla="*/ 826544 h 1066800"/>
              <a:gd name="connsiteX2" fmla="*/ 90341 w 172967"/>
              <a:gd name="connsiteY2" fmla="*/ 0 h 1066800"/>
              <a:gd name="connsiteX3" fmla="*/ 0 w 172967"/>
              <a:gd name="connsiteY3" fmla="*/ 0 h 1066800"/>
              <a:gd name="connsiteX4" fmla="*/ 0 w 172967"/>
              <a:gd name="connsiteY4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967" h="1066800">
                <a:moveTo>
                  <a:pt x="172967" y="964544"/>
                </a:moveTo>
                <a:cubicBezTo>
                  <a:pt x="124411" y="941807"/>
                  <a:pt x="90341" y="888580"/>
                  <a:pt x="90341" y="826544"/>
                </a:cubicBezTo>
                <a:lnTo>
                  <a:pt x="90341" y="0"/>
                </a:lnTo>
                <a:lnTo>
                  <a:pt x="0" y="0"/>
                </a:lnTo>
                <a:lnTo>
                  <a:pt x="0" y="1066800"/>
                </a:ln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A3A2BBC2-501B-F0C1-42D1-4B9E5A5A7942}"/>
              </a:ext>
            </a:extLst>
          </p:cNvPr>
          <p:cNvSpPr/>
          <p:nvPr userDrawn="1"/>
        </p:nvSpPr>
        <p:spPr>
          <a:xfrm rot="5400000">
            <a:off x="7558533" y="-324924"/>
            <a:ext cx="172967" cy="1066800"/>
          </a:xfrm>
          <a:custGeom>
            <a:avLst/>
            <a:gdLst>
              <a:gd name="connsiteX0" fmla="*/ 0 w 201215"/>
              <a:gd name="connsiteY0" fmla="*/ 0 h 1066800"/>
              <a:gd name="connsiteX1" fmla="*/ 0 w 201215"/>
              <a:gd name="connsiteY1" fmla="*/ 1066800 h 1066800"/>
              <a:gd name="connsiteX2" fmla="*/ 201215 w 201215"/>
              <a:gd name="connsiteY2" fmla="*/ 1066800 h 1066800"/>
              <a:gd name="connsiteX3" fmla="*/ 201215 w 201215"/>
              <a:gd name="connsiteY3" fmla="*/ 970857 h 1066800"/>
              <a:gd name="connsiteX4" fmla="*/ 172967 w 201215"/>
              <a:gd name="connsiteY4" fmla="*/ 964544 h 1066800"/>
              <a:gd name="connsiteX5" fmla="*/ 90341 w 201215"/>
              <a:gd name="connsiteY5" fmla="*/ 826544 h 1066800"/>
              <a:gd name="connsiteX6" fmla="*/ 90341 w 201215"/>
              <a:gd name="connsiteY6" fmla="*/ 0 h 1066800"/>
              <a:gd name="connsiteX0" fmla="*/ 201215 w 292655"/>
              <a:gd name="connsiteY0" fmla="*/ 1066800 h 1158240"/>
              <a:gd name="connsiteX1" fmla="*/ 201215 w 292655"/>
              <a:gd name="connsiteY1" fmla="*/ 970857 h 1158240"/>
              <a:gd name="connsiteX2" fmla="*/ 172967 w 292655"/>
              <a:gd name="connsiteY2" fmla="*/ 964544 h 1158240"/>
              <a:gd name="connsiteX3" fmla="*/ 90341 w 292655"/>
              <a:gd name="connsiteY3" fmla="*/ 826544 h 1158240"/>
              <a:gd name="connsiteX4" fmla="*/ 90341 w 292655"/>
              <a:gd name="connsiteY4" fmla="*/ 0 h 1158240"/>
              <a:gd name="connsiteX5" fmla="*/ 0 w 292655"/>
              <a:gd name="connsiteY5" fmla="*/ 0 h 1158240"/>
              <a:gd name="connsiteX6" fmla="*/ 0 w 292655"/>
              <a:gd name="connsiteY6" fmla="*/ 1066800 h 1158240"/>
              <a:gd name="connsiteX7" fmla="*/ 292655 w 292655"/>
              <a:gd name="connsiteY7" fmla="*/ 1158240 h 1158240"/>
              <a:gd name="connsiteX0" fmla="*/ 201215 w 201215"/>
              <a:gd name="connsiteY0" fmla="*/ 1066800 h 1066800"/>
              <a:gd name="connsiteX1" fmla="*/ 201215 w 201215"/>
              <a:gd name="connsiteY1" fmla="*/ 970857 h 1066800"/>
              <a:gd name="connsiteX2" fmla="*/ 172967 w 201215"/>
              <a:gd name="connsiteY2" fmla="*/ 964544 h 1066800"/>
              <a:gd name="connsiteX3" fmla="*/ 90341 w 201215"/>
              <a:gd name="connsiteY3" fmla="*/ 826544 h 1066800"/>
              <a:gd name="connsiteX4" fmla="*/ 90341 w 201215"/>
              <a:gd name="connsiteY4" fmla="*/ 0 h 1066800"/>
              <a:gd name="connsiteX5" fmla="*/ 0 w 201215"/>
              <a:gd name="connsiteY5" fmla="*/ 0 h 1066800"/>
              <a:gd name="connsiteX6" fmla="*/ 0 w 201215"/>
              <a:gd name="connsiteY6" fmla="*/ 1066800 h 1066800"/>
              <a:gd name="connsiteX0" fmla="*/ 201215 w 201215"/>
              <a:gd name="connsiteY0" fmla="*/ 970857 h 1066800"/>
              <a:gd name="connsiteX1" fmla="*/ 172967 w 201215"/>
              <a:gd name="connsiteY1" fmla="*/ 964544 h 1066800"/>
              <a:gd name="connsiteX2" fmla="*/ 90341 w 201215"/>
              <a:gd name="connsiteY2" fmla="*/ 826544 h 1066800"/>
              <a:gd name="connsiteX3" fmla="*/ 90341 w 201215"/>
              <a:gd name="connsiteY3" fmla="*/ 0 h 1066800"/>
              <a:gd name="connsiteX4" fmla="*/ 0 w 201215"/>
              <a:gd name="connsiteY4" fmla="*/ 0 h 1066800"/>
              <a:gd name="connsiteX5" fmla="*/ 0 w 201215"/>
              <a:gd name="connsiteY5" fmla="*/ 1066800 h 1066800"/>
              <a:gd name="connsiteX0" fmla="*/ 172967 w 172967"/>
              <a:gd name="connsiteY0" fmla="*/ 964544 h 1066800"/>
              <a:gd name="connsiteX1" fmla="*/ 90341 w 172967"/>
              <a:gd name="connsiteY1" fmla="*/ 826544 h 1066800"/>
              <a:gd name="connsiteX2" fmla="*/ 90341 w 172967"/>
              <a:gd name="connsiteY2" fmla="*/ 0 h 1066800"/>
              <a:gd name="connsiteX3" fmla="*/ 0 w 172967"/>
              <a:gd name="connsiteY3" fmla="*/ 0 h 1066800"/>
              <a:gd name="connsiteX4" fmla="*/ 0 w 172967"/>
              <a:gd name="connsiteY4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967" h="1066800">
                <a:moveTo>
                  <a:pt x="172967" y="964544"/>
                </a:moveTo>
                <a:cubicBezTo>
                  <a:pt x="124411" y="941807"/>
                  <a:pt x="90341" y="888580"/>
                  <a:pt x="90341" y="826544"/>
                </a:cubicBezTo>
                <a:lnTo>
                  <a:pt x="90341" y="0"/>
                </a:lnTo>
                <a:lnTo>
                  <a:pt x="0" y="0"/>
                </a:lnTo>
                <a:lnTo>
                  <a:pt x="0" y="1066800"/>
                </a:ln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/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D0B57296-C0F7-B665-CB0B-2F3AF6B44B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1669" y="3087736"/>
            <a:ext cx="184731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0C30FB9-677B-AA14-1466-60A25F2821C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11117" y="105451"/>
            <a:ext cx="2030144" cy="43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903732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0321E-4A30-4083-A82C-909D13CF5BC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F64EB-0484-414A-9C40-C730DFE38FA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700329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GROUP COVER">
    <p:bg>
      <p:bgPr>
        <a:solidFill>
          <a:srgbClr val="1E3C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que 4" descr="Graphiqu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75957" y="6164801"/>
            <a:ext cx="1089216" cy="22825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e niveau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81000" y="2357110"/>
            <a:ext cx="4074896" cy="1484788"/>
          </a:xfrm>
          <a:prstGeom prst="rect">
            <a:avLst/>
          </a:prstGeom>
        </p:spPr>
        <p:txBody>
          <a:bodyPr anchor="ctr"/>
          <a:lstStyle>
            <a:lvl1pPr algn="ctr">
              <a:defRPr sz="3466"/>
            </a:lvl1pPr>
            <a:lvl2pPr marL="0" indent="245635" algn="ctr">
              <a:buSzTx/>
              <a:buNone/>
              <a:defRPr sz="3466"/>
            </a:lvl2pPr>
            <a:lvl3pPr marL="0" indent="457386" algn="ctr">
              <a:buSzTx/>
              <a:buNone/>
              <a:defRPr sz="3466"/>
            </a:lvl3pPr>
            <a:lvl4pPr marL="0" indent="1829531" algn="ctr">
              <a:buSzTx/>
              <a:buNone/>
              <a:defRPr sz="3466"/>
            </a:lvl4pPr>
            <a:lvl5pPr marL="0" indent="2439370" algn="ctr">
              <a:buSzTx/>
              <a:buNone/>
              <a:defRPr sz="3466"/>
            </a:lvl5pPr>
          </a:lstStyle>
          <a:p>
            <a:r>
              <a:t>Lorem ipsumdolor sit amet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0" name="Espace réservé pour une image  11"/>
          <p:cNvSpPr>
            <a:spLocks noGrp="1"/>
          </p:cNvSpPr>
          <p:nvPr>
            <p:ph type="pic" idx="21"/>
          </p:nvPr>
        </p:nvSpPr>
        <p:spPr>
          <a:xfrm>
            <a:off x="4836895" y="0"/>
            <a:ext cx="7355104" cy="686011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pic>
        <p:nvPicPr>
          <p:cNvPr id="21" name="Image 15" descr="Image 1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8404" y="338902"/>
            <a:ext cx="2144089" cy="477061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Rectangle 8"/>
          <p:cNvSpPr/>
          <p:nvPr/>
        </p:nvSpPr>
        <p:spPr>
          <a:xfrm>
            <a:off x="383117" y="371946"/>
            <a:ext cx="4074896" cy="5156791"/>
          </a:xfrm>
          <a:prstGeom prst="rect">
            <a:avLst/>
          </a:prstGeom>
          <a:ln w="50800" cap="sq">
            <a:solidFill>
              <a:srgbClr val="FFFFFF"/>
            </a:solidFill>
            <a:miter/>
          </a:ln>
        </p:spPr>
        <p:txBody>
          <a:bodyPr lIns="60940" rIns="6094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399"/>
          </a:p>
        </p:txBody>
      </p:sp>
      <p:sp>
        <p:nvSpPr>
          <p:cNvPr id="23" name="Numéro de diapositive"/>
          <p:cNvSpPr txBox="1">
            <a:spLocks noGrp="1"/>
          </p:cNvSpPr>
          <p:nvPr>
            <p:ph type="sldNum" sz="quarter" idx="2"/>
          </p:nvPr>
        </p:nvSpPr>
        <p:spPr>
          <a:xfrm>
            <a:off x="8278182" y="6187138"/>
            <a:ext cx="459418" cy="338424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599" b="0">
                <a:solidFill>
                  <a:srgbClr val="070E1D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7070988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NY COVER">
    <p:bg>
      <p:bgPr>
        <a:solidFill>
          <a:srgbClr val="1E3C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aphique 4" descr="Graphiqu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75957" y="6164801"/>
            <a:ext cx="1089216" cy="228251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Texte niveau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81000" y="2357110"/>
            <a:ext cx="4074896" cy="1484788"/>
          </a:xfrm>
          <a:prstGeom prst="rect">
            <a:avLst/>
          </a:prstGeom>
        </p:spPr>
        <p:txBody>
          <a:bodyPr anchor="ctr"/>
          <a:lstStyle>
            <a:lvl1pPr algn="ctr">
              <a:defRPr sz="3466"/>
            </a:lvl1pPr>
            <a:lvl2pPr marL="0" indent="245635" algn="ctr">
              <a:buSzTx/>
              <a:buNone/>
              <a:defRPr sz="3466"/>
            </a:lvl2pPr>
            <a:lvl3pPr marL="0" indent="457386" algn="ctr">
              <a:buSzTx/>
              <a:buNone/>
              <a:defRPr sz="3466"/>
            </a:lvl3pPr>
            <a:lvl4pPr marL="0" indent="1829531" algn="ctr">
              <a:buSzTx/>
              <a:buNone/>
              <a:defRPr sz="3466"/>
            </a:lvl4pPr>
            <a:lvl5pPr marL="0" indent="2439370" algn="ctr">
              <a:buSzTx/>
              <a:buNone/>
              <a:defRPr sz="3466"/>
            </a:lvl5pPr>
          </a:lstStyle>
          <a:p>
            <a:r>
              <a:t>Lorem ipsumdolor sit amet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2" name="Espace réservé pour une image  11"/>
          <p:cNvSpPr>
            <a:spLocks noGrp="1"/>
          </p:cNvSpPr>
          <p:nvPr>
            <p:ph type="pic" idx="21"/>
          </p:nvPr>
        </p:nvSpPr>
        <p:spPr>
          <a:xfrm>
            <a:off x="4836895" y="0"/>
            <a:ext cx="7355104" cy="686011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3" name="Numéro de diapositive"/>
          <p:cNvSpPr txBox="1">
            <a:spLocks noGrp="1"/>
          </p:cNvSpPr>
          <p:nvPr>
            <p:ph type="sldNum" sz="quarter" idx="2"/>
          </p:nvPr>
        </p:nvSpPr>
        <p:spPr>
          <a:xfrm>
            <a:off x="8278182" y="6187138"/>
            <a:ext cx="459418" cy="338424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599" b="0">
                <a:solidFill>
                  <a:srgbClr val="070E1D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3562056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ULL SC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1" name="Espace réservé pour une image  2"/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6011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2" name="Rectangle 3"/>
          <p:cNvSpPr/>
          <p:nvPr/>
        </p:nvSpPr>
        <p:spPr>
          <a:xfrm>
            <a:off x="0" y="2394335"/>
            <a:ext cx="12192000" cy="4465788"/>
          </a:xfrm>
          <a:prstGeom prst="rect">
            <a:avLst/>
          </a:prstGeom>
          <a:gradFill>
            <a:gsLst>
              <a:gs pos="0">
                <a:schemeClr val="accent2">
                  <a:alpha val="57000"/>
                </a:schemeClr>
              </a:gs>
              <a:gs pos="100000">
                <a:srgbClr val="474E67">
                  <a:alpha val="0"/>
                </a:srgbClr>
              </a:gs>
            </a:gsLst>
            <a:lin ang="16200000"/>
          </a:gradFill>
          <a:ln w="12700">
            <a:miter lim="400000"/>
          </a:ln>
        </p:spPr>
        <p:txBody>
          <a:bodyPr lIns="60940" rIns="6094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399"/>
          </a:p>
        </p:txBody>
      </p:sp>
      <p:sp>
        <p:nvSpPr>
          <p:cNvPr id="43" name="Texte niveau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71870" y="1919398"/>
            <a:ext cx="10448265" cy="787909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4798">
                <a:latin typeface="Segoe UI Black"/>
                <a:ea typeface="Segoe UI Black"/>
                <a:cs typeface="Segoe UI Black"/>
                <a:sym typeface="Segoe UI Black"/>
              </a:defRPr>
            </a:lvl1pPr>
            <a:lvl2pPr marL="0" indent="245635" algn="ctr">
              <a:buSzTx/>
              <a:buNone/>
              <a:defRPr sz="4798">
                <a:latin typeface="Segoe UI Black"/>
                <a:ea typeface="Segoe UI Black"/>
                <a:cs typeface="Segoe UI Black"/>
                <a:sym typeface="Segoe UI Black"/>
              </a:defRPr>
            </a:lvl2pPr>
            <a:lvl3pPr marL="0" indent="457386" algn="ctr">
              <a:buSzTx/>
              <a:buNone/>
              <a:defRPr sz="4798">
                <a:latin typeface="Segoe UI Black"/>
                <a:ea typeface="Segoe UI Black"/>
                <a:cs typeface="Segoe UI Black"/>
                <a:sym typeface="Segoe UI Black"/>
              </a:defRPr>
            </a:lvl3pPr>
            <a:lvl4pPr marL="0" indent="1829531" algn="ctr">
              <a:buSzTx/>
              <a:buNone/>
              <a:defRPr sz="4798">
                <a:latin typeface="Segoe UI Black"/>
                <a:ea typeface="Segoe UI Black"/>
                <a:cs typeface="Segoe UI Black"/>
                <a:sym typeface="Segoe UI Black"/>
              </a:defRPr>
            </a:lvl4pPr>
            <a:lvl5pPr marL="0" indent="2439370" algn="ctr">
              <a:buSzTx/>
              <a:buNone/>
              <a:defRPr sz="4798">
                <a:latin typeface="Segoe UI Black"/>
                <a:ea typeface="Segoe UI Black"/>
                <a:cs typeface="Segoe UI Black"/>
                <a:sym typeface="Segoe UI Black"/>
              </a:defRPr>
            </a:lvl5pPr>
          </a:lstStyle>
          <a:p>
            <a:r>
              <a:t>Lorem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" name="Espace réservé du texte 7"/>
          <p:cNvSpPr>
            <a:spLocks noGrp="1"/>
          </p:cNvSpPr>
          <p:nvPr>
            <p:ph type="body" sz="quarter" idx="22" hasCustomPrompt="1"/>
          </p:nvPr>
        </p:nvSpPr>
        <p:spPr>
          <a:xfrm>
            <a:off x="872759" y="2611316"/>
            <a:ext cx="10446485" cy="1329596"/>
          </a:xfrm>
          <a:prstGeom prst="rect">
            <a:avLst/>
          </a:prstGeom>
        </p:spPr>
        <p:txBody>
          <a:bodyPr lIns="0" tIns="0" rIns="0" bIns="0"/>
          <a:lstStyle>
            <a:lvl1pPr algn="ctr" defTabSz="1158707">
              <a:spcBef>
                <a:spcPts val="0"/>
              </a:spcBef>
              <a:defRPr sz="4559" b="0" spc="-127"/>
            </a:lvl1pPr>
          </a:lstStyle>
          <a:p>
            <a:r>
              <a:t>Suspendisse fermentum dui ipsum, vel tempus tellus sagittis non</a:t>
            </a:r>
          </a:p>
        </p:txBody>
      </p:sp>
      <p:sp>
        <p:nvSpPr>
          <p:cNvPr id="45" name="Connecteur droit 19"/>
          <p:cNvSpPr/>
          <p:nvPr/>
        </p:nvSpPr>
        <p:spPr>
          <a:xfrm>
            <a:off x="675980" y="6349554"/>
            <a:ext cx="1" cy="18466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60940" rIns="60940"/>
          <a:lstStyle/>
          <a:p>
            <a:endParaRPr sz="2399"/>
          </a:p>
        </p:txBody>
      </p:sp>
      <p:sp>
        <p:nvSpPr>
          <p:cNvPr id="46" name="ZoneTexte 20"/>
          <p:cNvSpPr txBox="1"/>
          <p:nvPr/>
        </p:nvSpPr>
        <p:spPr>
          <a:xfrm>
            <a:off x="383117" y="6551588"/>
            <a:ext cx="9476499" cy="143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FFFFFF"/>
                </a:solidFill>
              </a:defRPr>
            </a:lvl1pPr>
          </a:lstStyle>
          <a:p>
            <a:r>
              <a:rPr sz="933"/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47" name="Espace réservé du numéro de diapositive 13"/>
          <p:cNvSpPr txBox="1"/>
          <p:nvPr/>
        </p:nvSpPr>
        <p:spPr>
          <a:xfrm>
            <a:off x="400015" y="6359256"/>
            <a:ext cx="65" cy="16401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/>
          <a:p>
            <a:pPr>
              <a:defRPr sz="800" b="1">
                <a:solidFill>
                  <a:srgbClr val="FFFFFF"/>
                </a:solidFill>
              </a:defRPr>
            </a:pPr>
            <a:endParaRPr sz="1066"/>
          </a:p>
        </p:txBody>
      </p:sp>
      <p:sp>
        <p:nvSpPr>
          <p:cNvPr id="48" name="fc"/>
          <p:cNvSpPr txBox="1"/>
          <p:nvPr/>
        </p:nvSpPr>
        <p:spPr>
          <a:xfrm>
            <a:off x="60961" y="6433394"/>
            <a:ext cx="12070081" cy="256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40" rIns="60940">
            <a:spAutoFit/>
          </a:bodyPr>
          <a:lstStyle>
            <a:lvl1pPr algn="ctr">
              <a:defRPr sz="800">
                <a:solidFill>
                  <a:srgbClr val="FFFFFF"/>
                </a:solidFill>
                <a:latin typeface="Microsoft Sans Serif"/>
                <a:ea typeface="Microsoft Sans Serif"/>
                <a:cs typeface="Microsoft Sans Serif"/>
                <a:sym typeface="Microsoft Sans Serif"/>
              </a:defRPr>
            </a:lvl1pPr>
          </a:lstStyle>
          <a:p>
            <a:r>
              <a:rPr sz="1066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38880365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Espace réservé pour une image  11"/>
          <p:cNvSpPr>
            <a:spLocks noGrp="1"/>
          </p:cNvSpPr>
          <p:nvPr>
            <p:ph type="pic" sz="half" idx="21"/>
          </p:nvPr>
        </p:nvSpPr>
        <p:spPr>
          <a:xfrm>
            <a:off x="2" y="0"/>
            <a:ext cx="4868189" cy="686011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6" name="Texte niveau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472872" y="2357110"/>
            <a:ext cx="4479181" cy="2257814"/>
          </a:xfrm>
          <a:prstGeom prst="rect">
            <a:avLst/>
          </a:prstGeom>
        </p:spPr>
        <p:txBody>
          <a:bodyPr lIns="0" tIns="0" rIns="0" bIns="0" anchor="ctr"/>
          <a:lstStyle>
            <a:lvl1pPr>
              <a:spcBef>
                <a:spcPts val="0"/>
              </a:spcBef>
              <a:defRPr sz="3466">
                <a:solidFill>
                  <a:schemeClr val="accent2"/>
                </a:solidFill>
                <a:latin typeface="Segoe UI Black"/>
                <a:ea typeface="Segoe UI Black"/>
                <a:cs typeface="Segoe UI Black"/>
                <a:sym typeface="Segoe UI Black"/>
              </a:defRPr>
            </a:lvl1pPr>
            <a:lvl2pPr marL="0" indent="245635">
              <a:spcBef>
                <a:spcPts val="0"/>
              </a:spcBef>
              <a:buSzTx/>
              <a:buNone/>
              <a:defRPr sz="3466">
                <a:solidFill>
                  <a:schemeClr val="accent2"/>
                </a:solidFill>
                <a:latin typeface="Segoe UI Black"/>
                <a:ea typeface="Segoe UI Black"/>
                <a:cs typeface="Segoe UI Black"/>
                <a:sym typeface="Segoe UI Black"/>
              </a:defRPr>
            </a:lvl2pPr>
            <a:lvl3pPr marL="0" indent="457386">
              <a:spcBef>
                <a:spcPts val="0"/>
              </a:spcBef>
              <a:buSzTx/>
              <a:buNone/>
              <a:defRPr sz="3466">
                <a:solidFill>
                  <a:schemeClr val="accent2"/>
                </a:solidFill>
                <a:latin typeface="Segoe UI Black"/>
                <a:ea typeface="Segoe UI Black"/>
                <a:cs typeface="Segoe UI Black"/>
                <a:sym typeface="Segoe UI Black"/>
              </a:defRPr>
            </a:lvl3pPr>
            <a:lvl4pPr marL="0" indent="1829531">
              <a:spcBef>
                <a:spcPts val="0"/>
              </a:spcBef>
              <a:buSzTx/>
              <a:buNone/>
              <a:defRPr sz="3466">
                <a:solidFill>
                  <a:schemeClr val="accent2"/>
                </a:solidFill>
                <a:latin typeface="Segoe UI Black"/>
                <a:ea typeface="Segoe UI Black"/>
                <a:cs typeface="Segoe UI Black"/>
                <a:sym typeface="Segoe UI Black"/>
              </a:defRPr>
            </a:lvl4pPr>
            <a:lvl5pPr marL="0" indent="2439370">
              <a:spcBef>
                <a:spcPts val="0"/>
              </a:spcBef>
              <a:buSzTx/>
              <a:buNone/>
              <a:defRPr sz="3466">
                <a:solidFill>
                  <a:schemeClr val="accent2"/>
                </a:solidFill>
                <a:latin typeface="Segoe UI Black"/>
                <a:ea typeface="Segoe UI Black"/>
                <a:cs typeface="Segoe UI Black"/>
                <a:sym typeface="Segoe UI Black"/>
              </a:defRPr>
            </a:lvl5pPr>
          </a:lstStyle>
          <a:p>
            <a:r>
              <a:t>Lorem ipsumdolor sit amet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grpSp>
        <p:nvGrpSpPr>
          <p:cNvPr id="59" name="Groupe 6"/>
          <p:cNvGrpSpPr/>
          <p:nvPr/>
        </p:nvGrpSpPr>
        <p:grpSpPr>
          <a:xfrm>
            <a:off x="5472872" y="4822477"/>
            <a:ext cx="1327483" cy="96012"/>
            <a:chOff x="0" y="0"/>
            <a:chExt cx="995611" cy="72008"/>
          </a:xfrm>
        </p:grpSpPr>
        <p:sp>
          <p:nvSpPr>
            <p:cNvPr id="57" name="Connecteur droit 9"/>
            <p:cNvSpPr/>
            <p:nvPr/>
          </p:nvSpPr>
          <p:spPr>
            <a:xfrm>
              <a:off x="-1" y="66390"/>
              <a:ext cx="995613" cy="1"/>
            </a:xfrm>
            <a:prstGeom prst="line">
              <a:avLst/>
            </a:prstGeom>
            <a:noFill/>
            <a:ln w="12700" cap="flat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399"/>
            </a:p>
          </p:txBody>
        </p:sp>
        <p:sp>
          <p:nvSpPr>
            <p:cNvPr id="58" name="Rectangle 10"/>
            <p:cNvSpPr/>
            <p:nvPr/>
          </p:nvSpPr>
          <p:spPr>
            <a:xfrm>
              <a:off x="0" y="-1"/>
              <a:ext cx="504057" cy="7201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90000"/>
                </a:lnSpc>
                <a:defRPr>
                  <a:solidFill>
                    <a:srgbClr val="FFFFFF"/>
                  </a:solidFill>
                </a:defRPr>
              </a:pPr>
              <a:endParaRPr sz="2399"/>
            </a:p>
          </p:txBody>
        </p:sp>
      </p:grpSp>
      <p:sp>
        <p:nvSpPr>
          <p:cNvPr id="60" name="Espace réservé du texte 3"/>
          <p:cNvSpPr>
            <a:spLocks noGrp="1"/>
          </p:cNvSpPr>
          <p:nvPr>
            <p:ph type="body" sz="quarter" idx="22" hasCustomPrompt="1"/>
          </p:nvPr>
        </p:nvSpPr>
        <p:spPr>
          <a:xfrm>
            <a:off x="5472874" y="1563629"/>
            <a:ext cx="4479183" cy="68156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2666" b="0">
                <a:solidFill>
                  <a:schemeClr val="accent1"/>
                </a:solidFill>
              </a:defRPr>
            </a:lvl1pPr>
          </a:lstStyle>
          <a:p>
            <a:r>
              <a:t>Chapter 01</a:t>
            </a:r>
          </a:p>
        </p:txBody>
      </p:sp>
      <p:pic>
        <p:nvPicPr>
          <p:cNvPr id="61" name="Image 8" descr="Image 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16750" y="6449661"/>
            <a:ext cx="1090181" cy="230862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Numéro de diapositive"/>
          <p:cNvSpPr txBox="1">
            <a:spLocks noGrp="1"/>
          </p:cNvSpPr>
          <p:nvPr>
            <p:ph type="sldNum" sz="quarter" idx="2"/>
          </p:nvPr>
        </p:nvSpPr>
        <p:spPr>
          <a:xfrm>
            <a:off x="8278182" y="6187138"/>
            <a:ext cx="459418" cy="338424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599" b="0">
                <a:solidFill>
                  <a:srgbClr val="070E1D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2233665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0" name="Texte niveau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153918" y="1914499"/>
            <a:ext cx="440509" cy="26357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70000"/>
              </a:lnSpc>
              <a:spcBef>
                <a:spcPts val="0"/>
              </a:spcBef>
              <a:defRPr sz="2399" b="0">
                <a:gradFill flip="none" rotWithShape="1">
                  <a:gsLst>
                    <a:gs pos="0">
                      <a:schemeClr val="accent1"/>
                    </a:gs>
                    <a:gs pos="100000">
                      <a:srgbClr val="070E1D"/>
                    </a:gs>
                  </a:gsLst>
                  <a:lin ang="5400000" scaled="0"/>
                </a:gradFill>
              </a:defRPr>
            </a:lvl1pPr>
            <a:lvl2pPr marL="526048" indent="-280413">
              <a:lnSpc>
                <a:spcPct val="70000"/>
              </a:lnSpc>
              <a:spcBef>
                <a:spcPts val="0"/>
              </a:spcBef>
              <a:defRPr sz="2399" b="0">
                <a:gradFill flip="none" rotWithShape="1">
                  <a:gsLst>
                    <a:gs pos="0">
                      <a:schemeClr val="accent1"/>
                    </a:gs>
                    <a:gs pos="100000">
                      <a:srgbClr val="070E1D"/>
                    </a:gs>
                  </a:gsLst>
                  <a:lin ang="5400000" scaled="0"/>
                </a:gradFill>
              </a:defRPr>
            </a:lvl2pPr>
            <a:lvl3pPr marL="790883" indent="-333496">
              <a:lnSpc>
                <a:spcPct val="70000"/>
              </a:lnSpc>
              <a:spcBef>
                <a:spcPts val="0"/>
              </a:spcBef>
              <a:defRPr sz="2399" b="0">
                <a:gradFill flip="none" rotWithShape="1">
                  <a:gsLst>
                    <a:gs pos="0">
                      <a:schemeClr val="accent1"/>
                    </a:gs>
                    <a:gs pos="100000">
                      <a:srgbClr val="070E1D"/>
                    </a:gs>
                  </a:gsLst>
                  <a:lin ang="5400000" scaled="0"/>
                </a:gradFill>
              </a:defRPr>
            </a:lvl3pPr>
            <a:lvl4pPr marL="2328491" indent="-498958">
              <a:lnSpc>
                <a:spcPct val="70000"/>
              </a:lnSpc>
              <a:spcBef>
                <a:spcPts val="0"/>
              </a:spcBef>
              <a:defRPr sz="2399" b="0">
                <a:gradFill flip="none" rotWithShape="1">
                  <a:gsLst>
                    <a:gs pos="0">
                      <a:schemeClr val="accent1"/>
                    </a:gs>
                    <a:gs pos="100000">
                      <a:srgbClr val="070E1D"/>
                    </a:gs>
                  </a:gsLst>
                  <a:lin ang="5400000" scaled="0"/>
                </a:gradFill>
              </a:defRPr>
            </a:lvl4pPr>
            <a:lvl5pPr marL="2938329" indent="-498958">
              <a:lnSpc>
                <a:spcPct val="70000"/>
              </a:lnSpc>
              <a:spcBef>
                <a:spcPts val="0"/>
              </a:spcBef>
              <a:defRPr sz="2399" b="0">
                <a:gradFill flip="none" rotWithShape="1">
                  <a:gsLst>
                    <a:gs pos="0">
                      <a:schemeClr val="accent1"/>
                    </a:gs>
                    <a:gs pos="100000">
                      <a:srgbClr val="070E1D"/>
                    </a:gs>
                  </a:gsLst>
                  <a:lin ang="5400000" scaled="0"/>
                </a:gradFill>
              </a:defRPr>
            </a:lvl5pPr>
          </a:lstStyle>
          <a:p>
            <a:r>
              <a:t>|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1" name="Espace réservé du texte 18"/>
          <p:cNvSpPr>
            <a:spLocks noGrp="1"/>
          </p:cNvSpPr>
          <p:nvPr>
            <p:ph type="body" sz="quarter" idx="21" hasCustomPrompt="1"/>
          </p:nvPr>
        </p:nvSpPr>
        <p:spPr>
          <a:xfrm>
            <a:off x="2003545" y="2222884"/>
            <a:ext cx="3908308" cy="249300"/>
          </a:xfrm>
          <a:prstGeom prst="rect">
            <a:avLst/>
          </a:prstGeom>
        </p:spPr>
        <p:txBody>
          <a:bodyPr lIns="0" tIns="0" rIns="0" bIns="0"/>
          <a:lstStyle>
            <a:lvl1pPr defTabSz="1158707">
              <a:spcBef>
                <a:spcPts val="0"/>
              </a:spcBef>
              <a:defRPr sz="1646">
                <a:solidFill>
                  <a:srgbClr val="474E67"/>
                </a:solidFill>
              </a:defRPr>
            </a:lvl1pPr>
          </a:lstStyle>
          <a:p>
            <a:r>
              <a:t>Part title</a:t>
            </a:r>
          </a:p>
        </p:txBody>
      </p:sp>
      <p:sp>
        <p:nvSpPr>
          <p:cNvPr id="72" name="Espace réservé du texte 12"/>
          <p:cNvSpPr>
            <a:spLocks noGrp="1"/>
          </p:cNvSpPr>
          <p:nvPr>
            <p:ph type="body" sz="quarter" idx="22" hasCustomPrompt="1"/>
          </p:nvPr>
        </p:nvSpPr>
        <p:spPr>
          <a:xfrm>
            <a:off x="2003545" y="1486872"/>
            <a:ext cx="641687" cy="410371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spcBef>
                <a:spcPts val="0"/>
              </a:spcBef>
              <a:defRPr sz="2666">
                <a:solidFill>
                  <a:schemeClr val="accent1"/>
                </a:solidFill>
                <a:latin typeface="Segoe UI Black"/>
                <a:ea typeface="Segoe UI Black"/>
                <a:cs typeface="Segoe UI Black"/>
                <a:sym typeface="Segoe UI Black"/>
              </a:defRPr>
            </a:lvl1pPr>
          </a:lstStyle>
          <a:p>
            <a:r>
              <a:t>01</a:t>
            </a:r>
          </a:p>
        </p:txBody>
      </p:sp>
      <p:sp>
        <p:nvSpPr>
          <p:cNvPr id="73" name="Espace réservé du texte 12"/>
          <p:cNvSpPr>
            <a:spLocks noGrp="1"/>
          </p:cNvSpPr>
          <p:nvPr>
            <p:ph type="body" sz="quarter" idx="23" hasCustomPrompt="1"/>
          </p:nvPr>
        </p:nvSpPr>
        <p:spPr>
          <a:xfrm>
            <a:off x="2153918" y="3480832"/>
            <a:ext cx="440509" cy="263579"/>
          </a:xfrm>
          <a:prstGeom prst="rect">
            <a:avLst/>
          </a:prstGeom>
        </p:spPr>
        <p:txBody>
          <a:bodyPr lIns="0" tIns="0" rIns="0" bIns="0"/>
          <a:lstStyle>
            <a:lvl1pPr defTabSz="902572">
              <a:lnSpc>
                <a:spcPct val="70000"/>
              </a:lnSpc>
              <a:spcBef>
                <a:spcPts val="0"/>
              </a:spcBef>
              <a:defRPr sz="1775" b="0">
                <a:gradFill flip="none" rotWithShape="1">
                  <a:gsLst>
                    <a:gs pos="0">
                      <a:schemeClr val="accent1"/>
                    </a:gs>
                    <a:gs pos="100000">
                      <a:srgbClr val="070E1D"/>
                    </a:gs>
                  </a:gsLst>
                  <a:lin ang="5400000" scaled="0"/>
                </a:gradFill>
              </a:defRPr>
            </a:lvl1pPr>
          </a:lstStyle>
          <a:p>
            <a:r>
              <a:t>|</a:t>
            </a:r>
          </a:p>
        </p:txBody>
      </p:sp>
      <p:sp>
        <p:nvSpPr>
          <p:cNvPr id="74" name="Espace réservé du texte 18"/>
          <p:cNvSpPr>
            <a:spLocks noGrp="1"/>
          </p:cNvSpPr>
          <p:nvPr>
            <p:ph type="body" sz="quarter" idx="24" hasCustomPrompt="1"/>
          </p:nvPr>
        </p:nvSpPr>
        <p:spPr>
          <a:xfrm>
            <a:off x="2003545" y="3789218"/>
            <a:ext cx="3908308" cy="249300"/>
          </a:xfrm>
          <a:prstGeom prst="rect">
            <a:avLst/>
          </a:prstGeom>
        </p:spPr>
        <p:txBody>
          <a:bodyPr lIns="0" tIns="0" rIns="0" bIns="0"/>
          <a:lstStyle>
            <a:lvl1pPr defTabSz="1158707">
              <a:spcBef>
                <a:spcPts val="0"/>
              </a:spcBef>
              <a:defRPr sz="1646">
                <a:solidFill>
                  <a:srgbClr val="474E67"/>
                </a:solidFill>
              </a:defRPr>
            </a:lvl1pPr>
          </a:lstStyle>
          <a:p>
            <a:r>
              <a:t>Part title</a:t>
            </a:r>
          </a:p>
        </p:txBody>
      </p:sp>
      <p:sp>
        <p:nvSpPr>
          <p:cNvPr id="75" name="Espace réservé du texte 12"/>
          <p:cNvSpPr>
            <a:spLocks noGrp="1"/>
          </p:cNvSpPr>
          <p:nvPr>
            <p:ph type="body" sz="quarter" idx="25" hasCustomPrompt="1"/>
          </p:nvPr>
        </p:nvSpPr>
        <p:spPr>
          <a:xfrm>
            <a:off x="2003545" y="3053206"/>
            <a:ext cx="641687" cy="410371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spcBef>
                <a:spcPts val="0"/>
              </a:spcBef>
              <a:defRPr sz="2666">
                <a:solidFill>
                  <a:schemeClr val="accent1"/>
                </a:solidFill>
                <a:latin typeface="Segoe UI Black"/>
                <a:ea typeface="Segoe UI Black"/>
                <a:cs typeface="Segoe UI Black"/>
                <a:sym typeface="Segoe UI Black"/>
              </a:defRPr>
            </a:lvl1pPr>
          </a:lstStyle>
          <a:p>
            <a:r>
              <a:t>02</a:t>
            </a:r>
          </a:p>
        </p:txBody>
      </p:sp>
      <p:sp>
        <p:nvSpPr>
          <p:cNvPr id="76" name="Espace réservé du texte 12"/>
          <p:cNvSpPr>
            <a:spLocks noGrp="1"/>
          </p:cNvSpPr>
          <p:nvPr>
            <p:ph type="body" sz="quarter" idx="26" hasCustomPrompt="1"/>
          </p:nvPr>
        </p:nvSpPr>
        <p:spPr>
          <a:xfrm>
            <a:off x="2153918" y="5055634"/>
            <a:ext cx="440509" cy="263579"/>
          </a:xfrm>
          <a:prstGeom prst="rect">
            <a:avLst/>
          </a:prstGeom>
        </p:spPr>
        <p:txBody>
          <a:bodyPr lIns="0" tIns="0" rIns="0" bIns="0"/>
          <a:lstStyle>
            <a:lvl1pPr defTabSz="902572">
              <a:lnSpc>
                <a:spcPct val="70000"/>
              </a:lnSpc>
              <a:spcBef>
                <a:spcPts val="0"/>
              </a:spcBef>
              <a:defRPr sz="1775" b="0">
                <a:gradFill flip="none" rotWithShape="1">
                  <a:gsLst>
                    <a:gs pos="0">
                      <a:schemeClr val="accent1"/>
                    </a:gs>
                    <a:gs pos="100000">
                      <a:srgbClr val="070E1D"/>
                    </a:gs>
                  </a:gsLst>
                  <a:lin ang="5400000" scaled="0"/>
                </a:gradFill>
              </a:defRPr>
            </a:lvl1pPr>
          </a:lstStyle>
          <a:p>
            <a:r>
              <a:t>|</a:t>
            </a:r>
          </a:p>
        </p:txBody>
      </p:sp>
      <p:sp>
        <p:nvSpPr>
          <p:cNvPr id="77" name="Espace réservé du texte 18"/>
          <p:cNvSpPr>
            <a:spLocks noGrp="1"/>
          </p:cNvSpPr>
          <p:nvPr>
            <p:ph type="body" sz="quarter" idx="27" hasCustomPrompt="1"/>
          </p:nvPr>
        </p:nvSpPr>
        <p:spPr>
          <a:xfrm>
            <a:off x="2003545" y="5364017"/>
            <a:ext cx="3908308" cy="249300"/>
          </a:xfrm>
          <a:prstGeom prst="rect">
            <a:avLst/>
          </a:prstGeom>
        </p:spPr>
        <p:txBody>
          <a:bodyPr lIns="0" tIns="0" rIns="0" bIns="0"/>
          <a:lstStyle>
            <a:lvl1pPr defTabSz="1158707">
              <a:spcBef>
                <a:spcPts val="0"/>
              </a:spcBef>
              <a:defRPr sz="1646">
                <a:solidFill>
                  <a:srgbClr val="474E67"/>
                </a:solidFill>
              </a:defRPr>
            </a:lvl1pPr>
          </a:lstStyle>
          <a:p>
            <a:r>
              <a:t>Part title</a:t>
            </a:r>
          </a:p>
        </p:txBody>
      </p:sp>
      <p:sp>
        <p:nvSpPr>
          <p:cNvPr id="78" name="Espace réservé du texte 12"/>
          <p:cNvSpPr>
            <a:spLocks noGrp="1"/>
          </p:cNvSpPr>
          <p:nvPr>
            <p:ph type="body" sz="quarter" idx="28" hasCustomPrompt="1"/>
          </p:nvPr>
        </p:nvSpPr>
        <p:spPr>
          <a:xfrm>
            <a:off x="2003545" y="4628008"/>
            <a:ext cx="641687" cy="410371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spcBef>
                <a:spcPts val="0"/>
              </a:spcBef>
              <a:defRPr sz="2666">
                <a:solidFill>
                  <a:schemeClr val="accent1"/>
                </a:solidFill>
                <a:latin typeface="Segoe UI Black"/>
                <a:ea typeface="Segoe UI Black"/>
                <a:cs typeface="Segoe UI Black"/>
                <a:sym typeface="Segoe UI Black"/>
              </a:defRPr>
            </a:lvl1pPr>
          </a:lstStyle>
          <a:p>
            <a:r>
              <a:t>03</a:t>
            </a:r>
          </a:p>
        </p:txBody>
      </p:sp>
      <p:sp>
        <p:nvSpPr>
          <p:cNvPr id="79" name="Espace réservé du texte 12"/>
          <p:cNvSpPr>
            <a:spLocks noGrp="1"/>
          </p:cNvSpPr>
          <p:nvPr>
            <p:ph type="body" sz="quarter" idx="29" hasCustomPrompt="1"/>
          </p:nvPr>
        </p:nvSpPr>
        <p:spPr>
          <a:xfrm>
            <a:off x="7630158" y="1914499"/>
            <a:ext cx="440509" cy="263579"/>
          </a:xfrm>
          <a:prstGeom prst="rect">
            <a:avLst/>
          </a:prstGeom>
        </p:spPr>
        <p:txBody>
          <a:bodyPr lIns="0" tIns="0" rIns="0" bIns="0"/>
          <a:lstStyle>
            <a:lvl1pPr defTabSz="902572">
              <a:lnSpc>
                <a:spcPct val="70000"/>
              </a:lnSpc>
              <a:spcBef>
                <a:spcPts val="0"/>
              </a:spcBef>
              <a:defRPr sz="1775" b="0">
                <a:gradFill flip="none" rotWithShape="1">
                  <a:gsLst>
                    <a:gs pos="0">
                      <a:schemeClr val="accent1"/>
                    </a:gs>
                    <a:gs pos="100000">
                      <a:srgbClr val="070E1D"/>
                    </a:gs>
                  </a:gsLst>
                  <a:lin ang="5400000" scaled="0"/>
                </a:gradFill>
              </a:defRPr>
            </a:lvl1pPr>
          </a:lstStyle>
          <a:p>
            <a:r>
              <a:t>|</a:t>
            </a:r>
          </a:p>
        </p:txBody>
      </p:sp>
      <p:sp>
        <p:nvSpPr>
          <p:cNvPr id="80" name="Espace réservé du texte 18"/>
          <p:cNvSpPr>
            <a:spLocks noGrp="1"/>
          </p:cNvSpPr>
          <p:nvPr>
            <p:ph type="body" sz="quarter" idx="30" hasCustomPrompt="1"/>
          </p:nvPr>
        </p:nvSpPr>
        <p:spPr>
          <a:xfrm>
            <a:off x="7479783" y="2222884"/>
            <a:ext cx="3908309" cy="249300"/>
          </a:xfrm>
          <a:prstGeom prst="rect">
            <a:avLst/>
          </a:prstGeom>
        </p:spPr>
        <p:txBody>
          <a:bodyPr lIns="0" tIns="0" rIns="0" bIns="0"/>
          <a:lstStyle>
            <a:lvl1pPr defTabSz="1158707">
              <a:spcBef>
                <a:spcPts val="0"/>
              </a:spcBef>
              <a:defRPr sz="1646">
                <a:solidFill>
                  <a:srgbClr val="474E67"/>
                </a:solidFill>
              </a:defRPr>
            </a:lvl1pPr>
          </a:lstStyle>
          <a:p>
            <a:r>
              <a:t>Part title</a:t>
            </a:r>
          </a:p>
        </p:txBody>
      </p:sp>
      <p:sp>
        <p:nvSpPr>
          <p:cNvPr id="81" name="Espace réservé du texte 12"/>
          <p:cNvSpPr>
            <a:spLocks noGrp="1"/>
          </p:cNvSpPr>
          <p:nvPr>
            <p:ph type="body" sz="quarter" idx="31" hasCustomPrompt="1"/>
          </p:nvPr>
        </p:nvSpPr>
        <p:spPr>
          <a:xfrm>
            <a:off x="7479785" y="1486872"/>
            <a:ext cx="641687" cy="410371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spcBef>
                <a:spcPts val="0"/>
              </a:spcBef>
              <a:defRPr sz="2666">
                <a:solidFill>
                  <a:schemeClr val="accent1"/>
                </a:solidFill>
                <a:latin typeface="Segoe UI Black"/>
                <a:ea typeface="Segoe UI Black"/>
                <a:cs typeface="Segoe UI Black"/>
                <a:sym typeface="Segoe UI Black"/>
              </a:defRPr>
            </a:lvl1pPr>
          </a:lstStyle>
          <a:p>
            <a:r>
              <a:t>04</a:t>
            </a:r>
          </a:p>
        </p:txBody>
      </p:sp>
      <p:sp>
        <p:nvSpPr>
          <p:cNvPr id="82" name="Espace réservé du texte 12"/>
          <p:cNvSpPr>
            <a:spLocks noGrp="1"/>
          </p:cNvSpPr>
          <p:nvPr>
            <p:ph type="body" sz="quarter" idx="32" hasCustomPrompt="1"/>
          </p:nvPr>
        </p:nvSpPr>
        <p:spPr>
          <a:xfrm>
            <a:off x="7630158" y="3480832"/>
            <a:ext cx="440509" cy="263579"/>
          </a:xfrm>
          <a:prstGeom prst="rect">
            <a:avLst/>
          </a:prstGeom>
        </p:spPr>
        <p:txBody>
          <a:bodyPr lIns="0" tIns="0" rIns="0" bIns="0"/>
          <a:lstStyle>
            <a:lvl1pPr defTabSz="902572">
              <a:lnSpc>
                <a:spcPct val="70000"/>
              </a:lnSpc>
              <a:spcBef>
                <a:spcPts val="0"/>
              </a:spcBef>
              <a:defRPr sz="1775" b="0">
                <a:gradFill flip="none" rotWithShape="1">
                  <a:gsLst>
                    <a:gs pos="0">
                      <a:schemeClr val="accent1"/>
                    </a:gs>
                    <a:gs pos="100000">
                      <a:srgbClr val="070E1D"/>
                    </a:gs>
                  </a:gsLst>
                  <a:lin ang="5400000" scaled="0"/>
                </a:gradFill>
              </a:defRPr>
            </a:lvl1pPr>
          </a:lstStyle>
          <a:p>
            <a:r>
              <a:t>|</a:t>
            </a:r>
          </a:p>
        </p:txBody>
      </p:sp>
      <p:sp>
        <p:nvSpPr>
          <p:cNvPr id="83" name="Espace réservé du texte 18"/>
          <p:cNvSpPr>
            <a:spLocks noGrp="1"/>
          </p:cNvSpPr>
          <p:nvPr>
            <p:ph type="body" sz="quarter" idx="33" hasCustomPrompt="1"/>
          </p:nvPr>
        </p:nvSpPr>
        <p:spPr>
          <a:xfrm>
            <a:off x="7479783" y="3789218"/>
            <a:ext cx="3908309" cy="249300"/>
          </a:xfrm>
          <a:prstGeom prst="rect">
            <a:avLst/>
          </a:prstGeom>
        </p:spPr>
        <p:txBody>
          <a:bodyPr lIns="0" tIns="0" rIns="0" bIns="0"/>
          <a:lstStyle>
            <a:lvl1pPr defTabSz="1158707">
              <a:spcBef>
                <a:spcPts val="0"/>
              </a:spcBef>
              <a:defRPr sz="1646">
                <a:solidFill>
                  <a:srgbClr val="474E67"/>
                </a:solidFill>
              </a:defRPr>
            </a:lvl1pPr>
          </a:lstStyle>
          <a:p>
            <a:r>
              <a:t>Part title</a:t>
            </a:r>
          </a:p>
        </p:txBody>
      </p:sp>
      <p:sp>
        <p:nvSpPr>
          <p:cNvPr id="84" name="Espace réservé du texte 12"/>
          <p:cNvSpPr>
            <a:spLocks noGrp="1"/>
          </p:cNvSpPr>
          <p:nvPr>
            <p:ph type="body" sz="quarter" idx="34" hasCustomPrompt="1"/>
          </p:nvPr>
        </p:nvSpPr>
        <p:spPr>
          <a:xfrm>
            <a:off x="7479785" y="3053206"/>
            <a:ext cx="641687" cy="410371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spcBef>
                <a:spcPts val="0"/>
              </a:spcBef>
              <a:defRPr sz="2666">
                <a:solidFill>
                  <a:schemeClr val="accent1"/>
                </a:solidFill>
                <a:latin typeface="Segoe UI Black"/>
                <a:ea typeface="Segoe UI Black"/>
                <a:cs typeface="Segoe UI Black"/>
                <a:sym typeface="Segoe UI Black"/>
              </a:defRPr>
            </a:lvl1pPr>
          </a:lstStyle>
          <a:p>
            <a:r>
              <a:t>05</a:t>
            </a:r>
          </a:p>
        </p:txBody>
      </p:sp>
      <p:sp>
        <p:nvSpPr>
          <p:cNvPr id="85" name="Espace réservé du texte 12"/>
          <p:cNvSpPr>
            <a:spLocks noGrp="1"/>
          </p:cNvSpPr>
          <p:nvPr>
            <p:ph type="body" sz="quarter" idx="35" hasCustomPrompt="1"/>
          </p:nvPr>
        </p:nvSpPr>
        <p:spPr>
          <a:xfrm>
            <a:off x="7630158" y="5055634"/>
            <a:ext cx="440509" cy="263579"/>
          </a:xfrm>
          <a:prstGeom prst="rect">
            <a:avLst/>
          </a:prstGeom>
        </p:spPr>
        <p:txBody>
          <a:bodyPr lIns="0" tIns="0" rIns="0" bIns="0"/>
          <a:lstStyle>
            <a:lvl1pPr defTabSz="902572">
              <a:lnSpc>
                <a:spcPct val="70000"/>
              </a:lnSpc>
              <a:spcBef>
                <a:spcPts val="0"/>
              </a:spcBef>
              <a:defRPr sz="1775" b="0">
                <a:gradFill flip="none" rotWithShape="1">
                  <a:gsLst>
                    <a:gs pos="0">
                      <a:schemeClr val="accent1"/>
                    </a:gs>
                    <a:gs pos="100000">
                      <a:srgbClr val="070E1D"/>
                    </a:gs>
                  </a:gsLst>
                  <a:lin ang="5400000" scaled="0"/>
                </a:gradFill>
              </a:defRPr>
            </a:lvl1pPr>
          </a:lstStyle>
          <a:p>
            <a:r>
              <a:t>|</a:t>
            </a:r>
          </a:p>
        </p:txBody>
      </p:sp>
      <p:sp>
        <p:nvSpPr>
          <p:cNvPr id="86" name="Espace réservé du texte 18"/>
          <p:cNvSpPr>
            <a:spLocks noGrp="1"/>
          </p:cNvSpPr>
          <p:nvPr>
            <p:ph type="body" sz="quarter" idx="36" hasCustomPrompt="1"/>
          </p:nvPr>
        </p:nvSpPr>
        <p:spPr>
          <a:xfrm>
            <a:off x="7479783" y="5364017"/>
            <a:ext cx="3908309" cy="249300"/>
          </a:xfrm>
          <a:prstGeom prst="rect">
            <a:avLst/>
          </a:prstGeom>
        </p:spPr>
        <p:txBody>
          <a:bodyPr lIns="0" tIns="0" rIns="0" bIns="0"/>
          <a:lstStyle>
            <a:lvl1pPr defTabSz="1158707">
              <a:spcBef>
                <a:spcPts val="0"/>
              </a:spcBef>
              <a:defRPr sz="1646">
                <a:solidFill>
                  <a:srgbClr val="474E67"/>
                </a:solidFill>
              </a:defRPr>
            </a:lvl1pPr>
          </a:lstStyle>
          <a:p>
            <a:r>
              <a:t>Part title</a:t>
            </a:r>
          </a:p>
        </p:txBody>
      </p:sp>
      <p:sp>
        <p:nvSpPr>
          <p:cNvPr id="87" name="Espace réservé du texte 12"/>
          <p:cNvSpPr>
            <a:spLocks noGrp="1"/>
          </p:cNvSpPr>
          <p:nvPr>
            <p:ph type="body" sz="quarter" idx="37" hasCustomPrompt="1"/>
          </p:nvPr>
        </p:nvSpPr>
        <p:spPr>
          <a:xfrm>
            <a:off x="7479785" y="4628008"/>
            <a:ext cx="641687" cy="410371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spcBef>
                <a:spcPts val="0"/>
              </a:spcBef>
              <a:defRPr sz="2666">
                <a:solidFill>
                  <a:schemeClr val="accent1"/>
                </a:solidFill>
                <a:latin typeface="Segoe UI Black"/>
                <a:ea typeface="Segoe UI Black"/>
                <a:cs typeface="Segoe UI Black"/>
                <a:sym typeface="Segoe UI Black"/>
              </a:defRPr>
            </a:lvl1pPr>
          </a:lstStyle>
          <a:p>
            <a:r>
              <a:t>06</a:t>
            </a:r>
          </a:p>
        </p:txBody>
      </p:sp>
      <p:sp>
        <p:nvSpPr>
          <p:cNvPr id="88" name="Click here to add a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here to add a title </a:t>
            </a:r>
          </a:p>
        </p:txBody>
      </p:sp>
    </p:spTree>
    <p:extLst>
      <p:ext uri="{BB962C8B-B14F-4D97-AF65-F5344CB8AC3E}">
        <p14:creationId xmlns:p14="http://schemas.microsoft.com/office/powerpoint/2010/main" val="4212208582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6" name="Texte niveau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 5</a:t>
            </a:r>
          </a:p>
        </p:txBody>
      </p:sp>
      <p:sp>
        <p:nvSpPr>
          <p:cNvPr id="97" name="Click here to add a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here to add a title </a:t>
            </a:r>
          </a:p>
        </p:txBody>
      </p:sp>
    </p:spTree>
    <p:extLst>
      <p:ext uri="{BB962C8B-B14F-4D97-AF65-F5344CB8AC3E}">
        <p14:creationId xmlns:p14="http://schemas.microsoft.com/office/powerpoint/2010/main" val="903532323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5" name="Texte niveau 1…"/>
          <p:cNvSpPr txBox="1">
            <a:spLocks noGrp="1"/>
          </p:cNvSpPr>
          <p:nvPr>
            <p:ph type="body" idx="1" hasCustomPrompt="1"/>
          </p:nvPr>
        </p:nvSpPr>
        <p:spPr>
          <a:xfrm>
            <a:off x="383121" y="1335619"/>
            <a:ext cx="11425767" cy="4830233"/>
          </a:xfrm>
          <a:prstGeom prst="rect">
            <a:avLst/>
          </a:prstGeom>
        </p:spPr>
        <p:txBody>
          <a:bodyPr/>
          <a:lstStyle>
            <a:lvl1pPr marL="243518" indent="-243518">
              <a:buClr>
                <a:schemeClr val="accent1"/>
              </a:buClr>
              <a:buSzPct val="100000"/>
              <a:buChar char="▪"/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r>
              <a:t>Click here to add text 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6" name="Click here to add a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here to add a title </a:t>
            </a:r>
          </a:p>
        </p:txBody>
      </p:sp>
    </p:spTree>
    <p:extLst>
      <p:ext uri="{BB962C8B-B14F-4D97-AF65-F5344CB8AC3E}">
        <p14:creationId xmlns:p14="http://schemas.microsoft.com/office/powerpoint/2010/main" val="2539708436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_TEXTx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Image 15" descr="Image 1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16750" y="6449661"/>
            <a:ext cx="1090181" cy="23086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Connecteur droit 16"/>
          <p:cNvSpPr/>
          <p:nvPr/>
        </p:nvSpPr>
        <p:spPr>
          <a:xfrm>
            <a:off x="675980" y="6349554"/>
            <a:ext cx="1" cy="18466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60940" rIns="60940"/>
          <a:lstStyle/>
          <a:p>
            <a:endParaRPr sz="2399"/>
          </a:p>
        </p:txBody>
      </p:sp>
      <p:sp>
        <p:nvSpPr>
          <p:cNvPr id="115" name="ZoneTexte 17"/>
          <p:cNvSpPr txBox="1"/>
          <p:nvPr/>
        </p:nvSpPr>
        <p:spPr>
          <a:xfrm>
            <a:off x="383117" y="6551588"/>
            <a:ext cx="9476499" cy="143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B1B0BB"/>
                </a:solidFill>
              </a:defRPr>
            </a:lvl1pPr>
          </a:lstStyle>
          <a:p>
            <a:r>
              <a:rPr sz="933"/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116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119" name="Groupe 14"/>
          <p:cNvGrpSpPr/>
          <p:nvPr/>
        </p:nvGrpSpPr>
        <p:grpSpPr>
          <a:xfrm>
            <a:off x="393635" y="886123"/>
            <a:ext cx="1327484" cy="96012"/>
            <a:chOff x="0" y="0"/>
            <a:chExt cx="995611" cy="72008"/>
          </a:xfrm>
        </p:grpSpPr>
        <p:sp>
          <p:nvSpPr>
            <p:cNvPr id="117" name="Connecteur droit 20"/>
            <p:cNvSpPr/>
            <p:nvPr/>
          </p:nvSpPr>
          <p:spPr>
            <a:xfrm>
              <a:off x="-1" y="66390"/>
              <a:ext cx="995613" cy="1"/>
            </a:xfrm>
            <a:prstGeom prst="line">
              <a:avLst/>
            </a:prstGeom>
            <a:noFill/>
            <a:ln w="12700" cap="flat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399"/>
            </a:p>
          </p:txBody>
        </p:sp>
        <p:sp>
          <p:nvSpPr>
            <p:cNvPr id="118" name="Rectangle 21"/>
            <p:cNvSpPr/>
            <p:nvPr/>
          </p:nvSpPr>
          <p:spPr>
            <a:xfrm>
              <a:off x="0" y="-1"/>
              <a:ext cx="504057" cy="7201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2399"/>
            </a:p>
          </p:txBody>
        </p:sp>
      </p:grpSp>
      <p:sp>
        <p:nvSpPr>
          <p:cNvPr id="120" name="MSIPCMContentMarking"/>
          <p:cNvSpPr txBox="1"/>
          <p:nvPr/>
        </p:nvSpPr>
        <p:spPr>
          <a:xfrm>
            <a:off x="5334365" y="72336"/>
            <a:ext cx="1523276" cy="205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8C0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rPr sz="1333"/>
              <a:t>C2 - Confidential</a:t>
            </a:r>
          </a:p>
        </p:txBody>
      </p:sp>
      <p:sp>
        <p:nvSpPr>
          <p:cNvPr id="121" name="Texte niveau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383120" y="1335616"/>
            <a:ext cx="5589593" cy="4830234"/>
          </a:xfrm>
          <a:prstGeom prst="rect">
            <a:avLst/>
          </a:prstGeom>
        </p:spPr>
        <p:txBody>
          <a:bodyPr/>
          <a:lstStyle>
            <a:lvl1pPr marL="243518" indent="-243518">
              <a:buClr>
                <a:schemeClr val="accent1"/>
              </a:buClr>
              <a:buSzPct val="100000"/>
              <a:buChar char="▪"/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r>
              <a:t>Click here to add text 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2" name="Espace réservé du texte 4"/>
          <p:cNvSpPr>
            <a:spLocks noGrp="1"/>
          </p:cNvSpPr>
          <p:nvPr>
            <p:ph type="body" sz="half" idx="21" hasCustomPrompt="1"/>
          </p:nvPr>
        </p:nvSpPr>
        <p:spPr>
          <a:xfrm>
            <a:off x="6219288" y="1335616"/>
            <a:ext cx="5589595" cy="4830234"/>
          </a:xfrm>
          <a:prstGeom prst="rect">
            <a:avLst/>
          </a:prstGeom>
        </p:spPr>
        <p:txBody>
          <a:bodyPr/>
          <a:lstStyle>
            <a:lvl1pPr marL="243518" indent="-243518">
              <a:buClr>
                <a:schemeClr val="accent1"/>
              </a:buClr>
              <a:buSzPct val="100000"/>
              <a:buChar char="▪"/>
              <a:defRPr>
                <a:solidFill>
                  <a:schemeClr val="accent1"/>
                </a:solidFill>
              </a:defRPr>
            </a:lvl1pPr>
          </a:lstStyle>
          <a:p>
            <a:r>
              <a:t>Click here to add text 
Second level
Third level</a:t>
            </a:r>
          </a:p>
        </p:txBody>
      </p:sp>
      <p:sp>
        <p:nvSpPr>
          <p:cNvPr id="123" name="Click here to add a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here to add a title </a:t>
            </a:r>
          </a:p>
        </p:txBody>
      </p:sp>
    </p:spTree>
    <p:extLst>
      <p:ext uri="{BB962C8B-B14F-4D97-AF65-F5344CB8AC3E}">
        <p14:creationId xmlns:p14="http://schemas.microsoft.com/office/powerpoint/2010/main" val="3179894836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TEXT_Righ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1" name="Espace réservé pour une image  3"/>
          <p:cNvSpPr>
            <a:spLocks noGrp="1"/>
          </p:cNvSpPr>
          <p:nvPr>
            <p:ph type="pic" sz="half" idx="21"/>
          </p:nvPr>
        </p:nvSpPr>
        <p:spPr>
          <a:xfrm>
            <a:off x="383120" y="1335616"/>
            <a:ext cx="5589593" cy="483023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32" name="Texte niveau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219288" y="1335616"/>
            <a:ext cx="5589595" cy="4830234"/>
          </a:xfrm>
          <a:prstGeom prst="rect">
            <a:avLst/>
          </a:prstGeom>
        </p:spPr>
        <p:txBody>
          <a:bodyPr/>
          <a:lstStyle>
            <a:lvl1pPr marL="243518" indent="-243518">
              <a:buClr>
                <a:schemeClr val="accent1"/>
              </a:buClr>
              <a:buSzPct val="100000"/>
              <a:buChar char="▪"/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r>
              <a:t>Click here to add text 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3" name="Click here to add a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here to add a title </a:t>
            </a:r>
          </a:p>
        </p:txBody>
      </p:sp>
    </p:spTree>
    <p:extLst>
      <p:ext uri="{BB962C8B-B14F-4D97-AF65-F5344CB8AC3E}">
        <p14:creationId xmlns:p14="http://schemas.microsoft.com/office/powerpoint/2010/main" val="3517710153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TEXT_Lef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1" name="Texte niveau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383120" y="1335616"/>
            <a:ext cx="5589593" cy="4830234"/>
          </a:xfrm>
          <a:prstGeom prst="rect">
            <a:avLst/>
          </a:prstGeom>
        </p:spPr>
        <p:txBody>
          <a:bodyPr/>
          <a:lstStyle>
            <a:lvl1pPr marL="243518" indent="-243518">
              <a:buClr>
                <a:schemeClr val="accent1"/>
              </a:buClr>
              <a:buSzPct val="100000"/>
              <a:buChar char="▪"/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r>
              <a:t>Click here to add text 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2" name="Espace réservé pour une image  3"/>
          <p:cNvSpPr>
            <a:spLocks noGrp="1"/>
          </p:cNvSpPr>
          <p:nvPr>
            <p:ph type="pic" sz="half" idx="21"/>
          </p:nvPr>
        </p:nvSpPr>
        <p:spPr>
          <a:xfrm>
            <a:off x="6219288" y="1335616"/>
            <a:ext cx="5589595" cy="483023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43" name="Click here to add a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here to add a title </a:t>
            </a:r>
          </a:p>
        </p:txBody>
      </p:sp>
    </p:spTree>
    <p:extLst>
      <p:ext uri="{BB962C8B-B14F-4D97-AF65-F5344CB8AC3E}">
        <p14:creationId xmlns:p14="http://schemas.microsoft.com/office/powerpoint/2010/main" val="2056429168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2xLINE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51" name="Texte niveau 1…"/>
          <p:cNvSpPr txBox="1">
            <a:spLocks noGrp="1"/>
          </p:cNvSpPr>
          <p:nvPr>
            <p:ph type="body" idx="1" hasCustomPrompt="1"/>
          </p:nvPr>
        </p:nvSpPr>
        <p:spPr>
          <a:xfrm>
            <a:off x="383117" y="1767155"/>
            <a:ext cx="11425768" cy="4398697"/>
          </a:xfrm>
          <a:prstGeom prst="rect">
            <a:avLst/>
          </a:prstGeom>
        </p:spPr>
        <p:txBody>
          <a:bodyPr/>
          <a:lstStyle>
            <a:lvl1pPr marL="243518" indent="-243518">
              <a:buClr>
                <a:schemeClr val="accent1"/>
              </a:buClr>
              <a:buSzPct val="100000"/>
              <a:buChar char="▪"/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r>
              <a:t>Click here to add text 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2" name="Rectangle 1"/>
          <p:cNvSpPr/>
          <p:nvPr/>
        </p:nvSpPr>
        <p:spPr>
          <a:xfrm>
            <a:off x="187570" y="800296"/>
            <a:ext cx="1800665" cy="33137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0940" rIns="6094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399"/>
          </a:p>
        </p:txBody>
      </p:sp>
      <p:grpSp>
        <p:nvGrpSpPr>
          <p:cNvPr id="155" name="Groupe 10"/>
          <p:cNvGrpSpPr/>
          <p:nvPr/>
        </p:nvGrpSpPr>
        <p:grpSpPr>
          <a:xfrm>
            <a:off x="393635" y="1326194"/>
            <a:ext cx="1327484" cy="96012"/>
            <a:chOff x="0" y="0"/>
            <a:chExt cx="995611" cy="72008"/>
          </a:xfrm>
        </p:grpSpPr>
        <p:sp>
          <p:nvSpPr>
            <p:cNvPr id="153" name="Connecteur droit 11"/>
            <p:cNvSpPr/>
            <p:nvPr/>
          </p:nvSpPr>
          <p:spPr>
            <a:xfrm>
              <a:off x="-1" y="66390"/>
              <a:ext cx="995613" cy="1"/>
            </a:xfrm>
            <a:prstGeom prst="line">
              <a:avLst/>
            </a:prstGeom>
            <a:noFill/>
            <a:ln w="12700" cap="flat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399"/>
            </a:p>
          </p:txBody>
        </p:sp>
        <p:sp>
          <p:nvSpPr>
            <p:cNvPr id="154" name="Rectangle 12"/>
            <p:cNvSpPr/>
            <p:nvPr/>
          </p:nvSpPr>
          <p:spPr>
            <a:xfrm>
              <a:off x="0" y="-1"/>
              <a:ext cx="504057" cy="7201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90000"/>
                </a:lnSpc>
                <a:defRPr>
                  <a:solidFill>
                    <a:srgbClr val="FFFFFF"/>
                  </a:solidFill>
                </a:defRPr>
              </a:pPr>
              <a:endParaRPr sz="2399"/>
            </a:p>
          </p:txBody>
        </p:sp>
      </p:grpSp>
      <p:sp>
        <p:nvSpPr>
          <p:cNvPr id="156" name="Click here to add a title"/>
          <p:cNvSpPr txBox="1">
            <a:spLocks noGrp="1"/>
          </p:cNvSpPr>
          <p:nvPr>
            <p:ph type="title" hasCustomPrompt="1"/>
          </p:nvPr>
        </p:nvSpPr>
        <p:spPr>
          <a:xfrm>
            <a:off x="393633" y="274663"/>
            <a:ext cx="11413299" cy="985529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</a:lvl1pPr>
          </a:lstStyle>
          <a:p>
            <a:r>
              <a:t>Click here to add a title </a:t>
            </a:r>
          </a:p>
        </p:txBody>
      </p:sp>
    </p:spTree>
    <p:extLst>
      <p:ext uri="{BB962C8B-B14F-4D97-AF65-F5344CB8AC3E}">
        <p14:creationId xmlns:p14="http://schemas.microsoft.com/office/powerpoint/2010/main" val="3614815490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TEXT_BLOC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4" name="Rectangle 7"/>
          <p:cNvSpPr/>
          <p:nvPr/>
        </p:nvSpPr>
        <p:spPr>
          <a:xfrm>
            <a:off x="383116" y="5562603"/>
            <a:ext cx="11425768" cy="609601"/>
          </a:xfrm>
          <a:prstGeom prst="rect">
            <a:avLst/>
          </a:prstGeom>
          <a:gradFill>
            <a:gsLst>
              <a:gs pos="0">
                <a:srgbClr val="122A57"/>
              </a:gs>
              <a:gs pos="50000">
                <a:srgbClr val="2871B4"/>
              </a:gs>
              <a:gs pos="100000">
                <a:srgbClr val="3088D7"/>
              </a:gs>
            </a:gsLst>
            <a:lin ang="10800000"/>
          </a:gradFill>
          <a:ln w="12700">
            <a:miter lim="400000"/>
          </a:ln>
        </p:spPr>
        <p:txBody>
          <a:bodyPr lIns="60940" rIns="6094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399"/>
          </a:p>
        </p:txBody>
      </p:sp>
      <p:sp>
        <p:nvSpPr>
          <p:cNvPr id="165" name="Texte niveau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83119" y="5861721"/>
            <a:ext cx="11425767" cy="24622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599"/>
            </a:lvl1pPr>
            <a:lvl2pPr marL="0" indent="245635" algn="ctr">
              <a:buSzTx/>
              <a:buNone/>
              <a:defRPr sz="1599"/>
            </a:lvl2pPr>
            <a:lvl3pPr marL="0" indent="457386" algn="ctr">
              <a:buSzTx/>
              <a:buNone/>
              <a:defRPr sz="1599"/>
            </a:lvl3pPr>
            <a:lvl4pPr marL="0" indent="1829531" algn="ctr">
              <a:buSzTx/>
              <a:buNone/>
              <a:defRPr sz="1599"/>
            </a:lvl4pPr>
            <a:lvl5pPr marL="0" indent="2439370" algn="ctr">
              <a:buSzTx/>
              <a:buNone/>
              <a:defRPr sz="1599"/>
            </a:lvl5pPr>
          </a:lstStyle>
          <a:p>
            <a:r>
              <a:t>Lorem ipsum dolor sit amet, consectetur adipiscing elit. Praesent hendrerit lacinia placerat. 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66" name="Espace réservé du texte 6"/>
          <p:cNvSpPr>
            <a:spLocks noGrp="1"/>
          </p:cNvSpPr>
          <p:nvPr>
            <p:ph type="body" sz="quarter" idx="21" hasCustomPrompt="1"/>
          </p:nvPr>
        </p:nvSpPr>
        <p:spPr>
          <a:xfrm>
            <a:off x="383116" y="5614377"/>
            <a:ext cx="11425768" cy="24622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599"/>
            </a:lvl1pPr>
          </a:lstStyle>
          <a:p>
            <a:r>
              <a:t>Lorem ipsum dolor sit amet, consectetur adipiscing elit. Praesent hendrerit lacinia placerat. </a:t>
            </a:r>
          </a:p>
        </p:txBody>
      </p:sp>
      <p:sp>
        <p:nvSpPr>
          <p:cNvPr id="167" name="Click here to add a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here to add a title </a:t>
            </a:r>
          </a:p>
        </p:txBody>
      </p:sp>
    </p:spTree>
    <p:extLst>
      <p:ext uri="{BB962C8B-B14F-4D97-AF65-F5344CB8AC3E}">
        <p14:creationId xmlns:p14="http://schemas.microsoft.com/office/powerpoint/2010/main" val="2584630477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owered by Tru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Image 15" descr="Image 1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16750" y="6449661"/>
            <a:ext cx="1090181" cy="230862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Connecteur droit 16"/>
          <p:cNvSpPr/>
          <p:nvPr/>
        </p:nvSpPr>
        <p:spPr>
          <a:xfrm>
            <a:off x="675980" y="6349554"/>
            <a:ext cx="1" cy="18466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60940" rIns="60940"/>
          <a:lstStyle/>
          <a:p>
            <a:endParaRPr sz="2399"/>
          </a:p>
        </p:txBody>
      </p:sp>
      <p:sp>
        <p:nvSpPr>
          <p:cNvPr id="176" name="ZoneTexte 17"/>
          <p:cNvSpPr txBox="1"/>
          <p:nvPr/>
        </p:nvSpPr>
        <p:spPr>
          <a:xfrm>
            <a:off x="383117" y="6551588"/>
            <a:ext cx="9476499" cy="143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B1B0BB"/>
                </a:solidFill>
              </a:defRPr>
            </a:lvl1pPr>
          </a:lstStyle>
          <a:p>
            <a:r>
              <a:rPr sz="933"/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177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180" name="Groupe 14"/>
          <p:cNvGrpSpPr/>
          <p:nvPr/>
        </p:nvGrpSpPr>
        <p:grpSpPr>
          <a:xfrm>
            <a:off x="393635" y="886123"/>
            <a:ext cx="1327484" cy="96012"/>
            <a:chOff x="0" y="0"/>
            <a:chExt cx="995611" cy="72008"/>
          </a:xfrm>
        </p:grpSpPr>
        <p:sp>
          <p:nvSpPr>
            <p:cNvPr id="178" name="Connecteur droit 20"/>
            <p:cNvSpPr/>
            <p:nvPr/>
          </p:nvSpPr>
          <p:spPr>
            <a:xfrm>
              <a:off x="-1" y="66390"/>
              <a:ext cx="995613" cy="1"/>
            </a:xfrm>
            <a:prstGeom prst="line">
              <a:avLst/>
            </a:prstGeom>
            <a:noFill/>
            <a:ln w="12700" cap="flat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399"/>
            </a:p>
          </p:txBody>
        </p:sp>
        <p:sp>
          <p:nvSpPr>
            <p:cNvPr id="179" name="Rectangle 21"/>
            <p:cNvSpPr/>
            <p:nvPr/>
          </p:nvSpPr>
          <p:spPr>
            <a:xfrm>
              <a:off x="0" y="-1"/>
              <a:ext cx="504057" cy="7201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2399"/>
            </a:p>
          </p:txBody>
        </p:sp>
      </p:grpSp>
      <p:sp>
        <p:nvSpPr>
          <p:cNvPr id="181" name="MSIPCMContentMarking"/>
          <p:cNvSpPr txBox="1"/>
          <p:nvPr/>
        </p:nvSpPr>
        <p:spPr>
          <a:xfrm>
            <a:off x="5334365" y="72336"/>
            <a:ext cx="1523276" cy="205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8C0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rPr sz="1333"/>
              <a:t>C2 - Confidential</a:t>
            </a:r>
          </a:p>
        </p:txBody>
      </p:sp>
      <p:pic>
        <p:nvPicPr>
          <p:cNvPr id="182" name="Graphique 3" descr="Graphiqu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6248" y="1857993"/>
            <a:ext cx="3619501" cy="279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Rectangle 6"/>
          <p:cNvSpPr/>
          <p:nvPr/>
        </p:nvSpPr>
        <p:spPr>
          <a:xfrm>
            <a:off x="237590" y="775287"/>
            <a:ext cx="2057009" cy="3376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0940" rIns="6094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399"/>
          </a:p>
        </p:txBody>
      </p:sp>
    </p:spTree>
    <p:extLst>
      <p:ext uri="{BB962C8B-B14F-4D97-AF65-F5344CB8AC3E}">
        <p14:creationId xmlns:p14="http://schemas.microsoft.com/office/powerpoint/2010/main" val="382501081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3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image" Target="../media/image1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47F4591A-171D-4B6F-91D4-CD89F6E4B046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B519F6C-EBB1-41F2-9E05-DEE79643C5DB}"/>
              </a:ext>
            </a:extLst>
          </p:cNvPr>
          <p:cNvCxnSpPr>
            <a:cxnSpLocks/>
          </p:cNvCxnSpPr>
          <p:nvPr userDrawn="1"/>
        </p:nvCxnSpPr>
        <p:spPr>
          <a:xfrm>
            <a:off x="675979" y="6347594"/>
            <a:ext cx="0" cy="1846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7532A455-C781-4527-AD8C-3511FB0D154E}"/>
              </a:ext>
            </a:extLst>
          </p:cNvPr>
          <p:cNvSpPr txBox="1"/>
          <p:nvPr userDrawn="1"/>
        </p:nvSpPr>
        <p:spPr>
          <a:xfrm>
            <a:off x="383117" y="6549570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20" name="Espace réservé du numéro de diapositive 13">
            <a:extLst>
              <a:ext uri="{FF2B5EF4-FFF2-40B4-BE49-F238E27FC236}">
                <a16:creationId xmlns:a16="http://schemas.microsoft.com/office/drawing/2014/main" id="{CD93E076-75DB-4427-A260-9445BE8C8B75}"/>
              </a:ext>
            </a:extLst>
          </p:cNvPr>
          <p:cNvSpPr txBox="1">
            <a:spLocks/>
          </p:cNvSpPr>
          <p:nvPr userDrawn="1"/>
        </p:nvSpPr>
        <p:spPr>
          <a:xfrm>
            <a:off x="400013" y="6357274"/>
            <a:ext cx="251672" cy="16401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1" kern="1200">
                <a:solidFill>
                  <a:schemeClr val="tx2"/>
                </a:solidFill>
                <a:latin typeface="Segoe UI" panose="020B0502040204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85CA73-2D89-4D6A-A923-B574D1DA086D}" type="slidenum">
              <a:rPr lang="fr-FR" sz="1066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pPr/>
              <a:t>‹#›</a:t>
            </a:fld>
            <a:endParaRPr lang="fr-FR" sz="1066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Espace réservé du titre 2">
            <a:extLst>
              <a:ext uri="{FF2B5EF4-FFF2-40B4-BE49-F238E27FC236}">
                <a16:creationId xmlns:a16="http://schemas.microsoft.com/office/drawing/2014/main" id="{B9383F94-4300-4F00-9605-92CC0B15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35" y="256378"/>
            <a:ext cx="11413296" cy="569207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here to add a title </a:t>
            </a:r>
            <a:endParaRPr lang="fr-FR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94B105B-2A3D-43D1-8E22-F916C197C990}"/>
              </a:ext>
            </a:extLst>
          </p:cNvPr>
          <p:cNvGrpSpPr/>
          <p:nvPr userDrawn="1"/>
        </p:nvGrpSpPr>
        <p:grpSpPr>
          <a:xfrm>
            <a:off x="393640" y="885850"/>
            <a:ext cx="1327481" cy="95981"/>
            <a:chOff x="479376" y="980728"/>
            <a:chExt cx="995611" cy="7200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7B4C35C0-4DF7-499F-A0E9-DE22F8DE2F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A032F39-BF54-4A07-A2E9-9CECCF93C9A6}"/>
                </a:ext>
              </a:extLst>
            </p:cNvPr>
            <p:cNvSpPr/>
            <p:nvPr userDrawn="1"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3C5864-A815-9137-28E9-1104EAB28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43826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7E8C8B3-8552-D897-BC35-19AAA48A5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3120" y="1335207"/>
            <a:ext cx="11425765" cy="4828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here to add text 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" name="MSIPCMContentMarking" descr="{&quot;HashCode&quot;:-1484644562,&quot;Placement&quot;:&quot;Header&quot;,&quot;Top&quot;:0.0,&quot;Left&quot;:315.021423,&quot;SlideWidth&quot;:720,&quot;SlideHeight&quot;:405}"/>
          <p:cNvSpPr txBox="1"/>
          <p:nvPr userDrawn="1"/>
        </p:nvSpPr>
        <p:spPr>
          <a:xfrm>
            <a:off x="5334365" y="72287"/>
            <a:ext cx="1523275" cy="20512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333">
                <a:solidFill>
                  <a:srgbClr val="FF8C00"/>
                </a:solidFill>
                <a:latin typeface="Calibri" panose="020F0502020204030204" pitchFamily="34" charset="0"/>
              </a:rPr>
              <a:t>C2 -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955561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</p:sldLayoutIdLst>
  <p:transition>
    <p:fade/>
  </p:transition>
  <p:hf sldNum="0" hdr="0" dt="0"/>
  <p:txStyles>
    <p:titleStyle>
      <a:lvl1pPr algn="l" defTabSz="1219693" rtl="0" eaLnBrk="1" latinLnBrk="0" hangingPunct="1">
        <a:spcBef>
          <a:spcPct val="0"/>
        </a:spcBef>
        <a:buNone/>
        <a:defRPr sz="2932" b="0" i="0" kern="1200" cap="none" baseline="0">
          <a:solidFill>
            <a:schemeClr val="accent2"/>
          </a:solidFill>
          <a:latin typeface="+mj-lt"/>
          <a:ea typeface="+mj-ea"/>
          <a:cs typeface="Arial" pitchFamily="34" charset="0"/>
        </a:defRPr>
      </a:lvl1pPr>
    </p:titleStyle>
    <p:bodyStyle>
      <a:lvl1pPr marL="243518" indent="-243518" algn="l" defTabSz="1219693" rtl="0" eaLnBrk="1" latinLnBrk="0" hangingPunct="1">
        <a:lnSpc>
          <a:spcPct val="90000"/>
        </a:lnSpc>
        <a:spcBef>
          <a:spcPts val="1066"/>
        </a:spcBef>
        <a:buClr>
          <a:schemeClr val="accent1"/>
        </a:buClr>
        <a:buFont typeface="Wingdings" pitchFamily="2" charset="2"/>
        <a:buChar char="§"/>
        <a:defRPr sz="2133" b="1" i="0" kern="1200" baseline="0">
          <a:solidFill>
            <a:schemeClr val="accent1"/>
          </a:solidFill>
          <a:latin typeface="+mn-lt"/>
          <a:ea typeface="+mn-ea"/>
          <a:cs typeface="Arial" pitchFamily="34" charset="0"/>
        </a:defRPr>
      </a:lvl1pPr>
      <a:lvl2pPr marL="463735" indent="-21810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866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2pPr>
      <a:lvl3pPr marL="679718" indent="-22233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599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3pPr>
      <a:lvl4pPr marL="2134451" indent="-304920" algn="l" defTabSz="1219693" rtl="0" eaLnBrk="1" latinLnBrk="0" hangingPunct="1">
        <a:spcBef>
          <a:spcPct val="20000"/>
        </a:spcBef>
        <a:buFont typeface="Wingdings" pitchFamily="2" charset="2"/>
        <a:buChar char="§"/>
        <a:defRPr sz="1598" i="0" kern="1200">
          <a:solidFill>
            <a:schemeClr val="accent2"/>
          </a:solidFill>
          <a:latin typeface="+mj-lt"/>
          <a:ea typeface="+mn-ea"/>
          <a:cs typeface="Arial" pitchFamily="34" charset="0"/>
        </a:defRPr>
      </a:lvl4pPr>
      <a:lvl5pPr marL="2744290" indent="-304920" algn="l" defTabSz="1219693" rtl="0" eaLnBrk="1" latinLnBrk="0" hangingPunct="1">
        <a:spcBef>
          <a:spcPct val="20000"/>
        </a:spcBef>
        <a:buFont typeface="Wingdings" pitchFamily="2" charset="2"/>
        <a:buChar char="§"/>
        <a:defRPr sz="1598" i="0" kern="1200">
          <a:solidFill>
            <a:schemeClr val="accent2"/>
          </a:solidFill>
          <a:latin typeface="+mj-lt"/>
          <a:ea typeface="+mn-ea"/>
          <a:cs typeface="Arial" pitchFamily="34" charset="0"/>
        </a:defRPr>
      </a:lvl5pPr>
      <a:lvl6pPr marL="3354136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3971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3824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3663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84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969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9528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937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921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905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890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8742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81" userDrawn="1">
          <p15:clr>
            <a:srgbClr val="F26B43"/>
          </p15:clr>
        </p15:guide>
        <p15:guide id="2" pos="5579" userDrawn="1">
          <p15:clr>
            <a:srgbClr val="F26B43"/>
          </p15:clr>
        </p15:guide>
        <p15:guide id="3" pos="181" userDrawn="1">
          <p15:clr>
            <a:srgbClr val="F26B43"/>
          </p15:clr>
        </p15:guide>
        <p15:guide id="4" orient="horz" pos="195" userDrawn="1">
          <p15:clr>
            <a:srgbClr val="F26B43"/>
          </p15:clr>
        </p15:guide>
        <p15:guide id="5" orient="horz" pos="3852" userDrawn="1">
          <p15:clr>
            <a:srgbClr val="F26B43"/>
          </p15:clr>
        </p15:guide>
        <p15:guide id="6" orient="horz" pos="285" userDrawn="1">
          <p15:clr>
            <a:srgbClr val="F26B43"/>
          </p15:clr>
        </p15:guide>
        <p15:guide id="8" pos="7491" userDrawn="1">
          <p15:clr>
            <a:srgbClr val="F26B43"/>
          </p15:clr>
        </p15:guide>
        <p15:guide id="9" pos="7391" userDrawn="1">
          <p15:clr>
            <a:srgbClr val="F26B43"/>
          </p15:clr>
        </p15:guide>
        <p15:guide id="10" orient="horz" pos="464" userDrawn="1">
          <p15:clr>
            <a:srgbClr val="F26B43"/>
          </p15:clr>
        </p15:guide>
        <p15:guide id="11" orient="horz" pos="2913" userDrawn="1">
          <p15:clr>
            <a:srgbClr val="F26B43"/>
          </p15:clr>
        </p15:guide>
        <p15:guide id="12" pos="2880" userDrawn="1">
          <p15:clr>
            <a:srgbClr val="F26B43"/>
          </p15:clr>
        </p15:guide>
        <p15:guide id="13" orient="horz" pos="63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BF43A63-04A2-3999-9E40-F014BEE00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AA2E88-DE14-27A0-7DDF-7415D86A5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636588-DC73-8188-3969-7258856678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A7D4E7-F14D-4DB9-86A5-77963E3EE13B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6303C2-897B-8277-9304-3C3901568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72F27C-619E-963F-AEC6-36A70EEEA7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D9C1A-CA5E-4A60-A6C1-EE1A658BE3CE}" type="slidenum">
              <a:rPr lang="fr-FR" smtClean="0"/>
              <a:t>‹#›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7AE6015-6AEE-590E-1FB4-C19B732A71F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33215" y="63501"/>
            <a:ext cx="950913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FF8C00">
                    <a:alpha val="50000"/>
                  </a:srgbClr>
                </a:solidFill>
                <a:latin typeface="Aptos" panose="020B0004020202020204" pitchFamily="34" charset="0"/>
              </a:rPr>
              <a:t>C2 -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05720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3" r:id="rId13"/>
    <p:sldLayoutId id="214748370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B519F6C-EBB1-41F2-9E05-DEE79643C5DB}"/>
              </a:ext>
            </a:extLst>
          </p:cNvPr>
          <p:cNvCxnSpPr>
            <a:cxnSpLocks/>
          </p:cNvCxnSpPr>
          <p:nvPr/>
        </p:nvCxnSpPr>
        <p:spPr>
          <a:xfrm>
            <a:off x="675979" y="6347601"/>
            <a:ext cx="0" cy="1846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7532A455-C781-4527-AD8C-3511FB0D154E}"/>
              </a:ext>
            </a:extLst>
          </p:cNvPr>
          <p:cNvSpPr txBox="1"/>
          <p:nvPr/>
        </p:nvSpPr>
        <p:spPr>
          <a:xfrm>
            <a:off x="383117" y="6549570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20" name="Espace réservé du numéro de diapositive 13">
            <a:extLst>
              <a:ext uri="{FF2B5EF4-FFF2-40B4-BE49-F238E27FC236}">
                <a16:creationId xmlns:a16="http://schemas.microsoft.com/office/drawing/2014/main" id="{CD93E076-75DB-4427-A260-9445BE8C8B75}"/>
              </a:ext>
            </a:extLst>
          </p:cNvPr>
          <p:cNvSpPr txBox="1">
            <a:spLocks/>
          </p:cNvSpPr>
          <p:nvPr/>
        </p:nvSpPr>
        <p:spPr>
          <a:xfrm>
            <a:off x="400013" y="6357171"/>
            <a:ext cx="251672" cy="16421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1" kern="1200">
                <a:solidFill>
                  <a:schemeClr val="tx2"/>
                </a:solidFill>
                <a:latin typeface="Segoe UI" panose="020B0502040204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85CA73-2D89-4D6A-A923-B574D1DA086D}" type="slidenum">
              <a:rPr lang="fr-FR" sz="1067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pPr/>
              <a:t>‹#›</a:t>
            </a:fld>
            <a:endParaRPr lang="fr-FR" sz="1067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Espace réservé du titre 2">
            <a:extLst>
              <a:ext uri="{FF2B5EF4-FFF2-40B4-BE49-F238E27FC236}">
                <a16:creationId xmlns:a16="http://schemas.microsoft.com/office/drawing/2014/main" id="{B9383F94-4300-4F00-9605-92CC0B15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718" y="256379"/>
            <a:ext cx="11408871" cy="569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here to add a title </a:t>
            </a:r>
            <a:endParaRPr lang="fr-FR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94B105B-2A3D-43D1-8E22-F916C197C990}"/>
              </a:ext>
            </a:extLst>
          </p:cNvPr>
          <p:cNvGrpSpPr/>
          <p:nvPr/>
        </p:nvGrpSpPr>
        <p:grpSpPr>
          <a:xfrm>
            <a:off x="393641" y="885850"/>
            <a:ext cx="1327481" cy="95981"/>
            <a:chOff x="479376" y="980728"/>
            <a:chExt cx="995611" cy="7200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7B4C35C0-4DF7-499F-A0E9-DE22F8DE2F62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A032F39-BF54-4A07-A2E9-9CECCF93C9A6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2" name="hc" descr="  "/>
          <p:cNvSpPr txBox="1"/>
          <p:nvPr/>
        </p:nvSpPr>
        <p:spPr>
          <a:xfrm>
            <a:off x="0" y="0"/>
            <a:ext cx="12192000" cy="2666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1133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  </a:t>
            </a:r>
          </a:p>
        </p:txBody>
      </p:sp>
      <p:sp>
        <p:nvSpPr>
          <p:cNvPr id="4" name="fc" descr="  "/>
          <p:cNvSpPr txBox="1"/>
          <p:nvPr/>
        </p:nvSpPr>
        <p:spPr>
          <a:xfrm>
            <a:off x="0" y="6431411"/>
            <a:ext cx="12192000" cy="2666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1133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  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3C5864-A815-9137-28E9-1104EAB28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43826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L / Safran Aircraft Engines / Confidentiel C2 / 20 Octobre 2022</a:t>
            </a:r>
          </a:p>
        </p:txBody>
      </p:sp>
      <p:pic>
        <p:nvPicPr>
          <p:cNvPr id="13" name="Picture 2" descr="https://formation-cfr.fr/wp-content/uploads/2016/04/logo-safran.png"/>
          <p:cNvPicPr>
            <a:picLocks noChangeAspect="1" noChangeArrowheads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87800" y="6333671"/>
            <a:ext cx="1344000" cy="46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SIPCMContentMarking" descr="{&quot;HashCode&quot;:-1484644562,&quot;Placement&quot;:&quot;Header&quot;,&quot;Top&quot;:0.0,&quot;Left&quot;:315.021423,&quot;SlideWidth&quot;:720,&quot;SlideHeight&quot;:405}"/>
          <p:cNvSpPr txBox="1"/>
          <p:nvPr userDrawn="1"/>
        </p:nvSpPr>
        <p:spPr>
          <a:xfrm>
            <a:off x="5334365" y="72288"/>
            <a:ext cx="1523275" cy="20512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333">
                <a:solidFill>
                  <a:srgbClr val="FF8C00"/>
                </a:solidFill>
                <a:latin typeface="Calibri" panose="020F0502020204030204" pitchFamily="34" charset="0"/>
              </a:rPr>
              <a:t>C2 -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490968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</p:sldLayoutIdLst>
  <p:transition>
    <p:fade/>
  </p:transition>
  <p:hf sldNum="0" hdr="0" dt="0"/>
  <p:txStyles>
    <p:titleStyle>
      <a:lvl1pPr algn="l" defTabSz="1219692" rtl="0" eaLnBrk="1" latinLnBrk="0" hangingPunct="1">
        <a:spcBef>
          <a:spcPct val="0"/>
        </a:spcBef>
        <a:buNone/>
        <a:defRPr sz="2932" b="0" i="0" kern="1200" cap="none" baseline="0">
          <a:solidFill>
            <a:schemeClr val="accent2"/>
          </a:solidFill>
          <a:latin typeface="+mj-lt"/>
          <a:ea typeface="+mj-ea"/>
          <a:cs typeface="Arial" pitchFamily="34" charset="0"/>
        </a:defRPr>
      </a:lvl1pPr>
    </p:titleStyle>
    <p:bodyStyle>
      <a:lvl1pPr marL="243518" indent="-243518" algn="l" defTabSz="1219692" rtl="0" eaLnBrk="1" latinLnBrk="0" hangingPunct="1">
        <a:spcBef>
          <a:spcPts val="800"/>
        </a:spcBef>
        <a:buClr>
          <a:schemeClr val="accent1"/>
        </a:buClr>
        <a:buFont typeface="Wingdings" pitchFamily="2" charset="2"/>
        <a:buChar char="§"/>
        <a:defRPr sz="1867" i="0" kern="1200" baseline="0">
          <a:solidFill>
            <a:schemeClr val="bg1"/>
          </a:solidFill>
          <a:latin typeface="+mn-lt"/>
          <a:ea typeface="+mn-ea"/>
          <a:cs typeface="Arial" pitchFamily="34" charset="0"/>
        </a:defRPr>
      </a:lvl1pPr>
      <a:lvl2pPr marL="463735" indent="-218100" algn="l" defTabSz="1219692" rtl="0" eaLnBrk="1" latinLnBrk="0" hangingPunct="1">
        <a:spcBef>
          <a:spcPts val="400"/>
        </a:spcBef>
        <a:buClr>
          <a:schemeClr val="bg2"/>
        </a:buClr>
        <a:buFont typeface="Wingdings" pitchFamily="2" charset="2"/>
        <a:buChar char="§"/>
        <a:defRPr sz="1599" i="0" kern="1200" baseline="0">
          <a:solidFill>
            <a:schemeClr val="bg1"/>
          </a:solidFill>
          <a:latin typeface="+mn-lt"/>
          <a:ea typeface="+mn-ea"/>
          <a:cs typeface="Arial" pitchFamily="34" charset="0"/>
        </a:defRPr>
      </a:lvl2pPr>
      <a:lvl3pPr marL="679718" indent="-222330" algn="l" defTabSz="1219692" rtl="0" eaLnBrk="1" latinLnBrk="0" hangingPunct="1">
        <a:spcBef>
          <a:spcPts val="400"/>
        </a:spcBef>
        <a:buClr>
          <a:schemeClr val="bg2"/>
        </a:buClr>
        <a:buFont typeface="Wingdings" pitchFamily="2" charset="2"/>
        <a:buChar char="§"/>
        <a:defRPr sz="1467" i="0" kern="1200" baseline="0">
          <a:solidFill>
            <a:schemeClr val="bg1"/>
          </a:solidFill>
          <a:latin typeface="+mn-lt"/>
          <a:ea typeface="+mn-ea"/>
          <a:cs typeface="Arial" pitchFamily="34" charset="0"/>
        </a:defRPr>
      </a:lvl3pPr>
      <a:lvl4pPr marL="2134452" indent="-304919" algn="l" defTabSz="1219692" rtl="0" eaLnBrk="1" latinLnBrk="0" hangingPunct="1">
        <a:spcBef>
          <a:spcPct val="20000"/>
        </a:spcBef>
        <a:buFont typeface="Wingdings" pitchFamily="2" charset="2"/>
        <a:buChar char="§"/>
        <a:defRPr sz="1599" i="0" kern="1200">
          <a:solidFill>
            <a:schemeClr val="bg1"/>
          </a:solidFill>
          <a:latin typeface="+mj-lt"/>
          <a:ea typeface="+mn-ea"/>
          <a:cs typeface="Arial" pitchFamily="34" charset="0"/>
        </a:defRPr>
      </a:lvl4pPr>
      <a:lvl5pPr marL="2744290" indent="-304919" algn="l" defTabSz="1219692" rtl="0" eaLnBrk="1" latinLnBrk="0" hangingPunct="1">
        <a:spcBef>
          <a:spcPct val="20000"/>
        </a:spcBef>
        <a:buFont typeface="Wingdings" pitchFamily="2" charset="2"/>
        <a:buChar char="§"/>
        <a:defRPr sz="1599" i="0" kern="1200">
          <a:solidFill>
            <a:schemeClr val="bg1"/>
          </a:solidFill>
          <a:latin typeface="+mj-lt"/>
          <a:ea typeface="+mn-ea"/>
          <a:cs typeface="Arial" pitchFamily="34" charset="0"/>
        </a:defRPr>
      </a:lvl5pPr>
      <a:lvl6pPr marL="3354136" indent="-304919" algn="l" defTabSz="1219692" rtl="0" eaLnBrk="1" latinLnBrk="0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3972" indent="-304919" algn="l" defTabSz="1219692" rtl="0" eaLnBrk="1" latinLnBrk="0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3824" indent="-304919" algn="l" defTabSz="1219692" rtl="0" eaLnBrk="1" latinLnBrk="0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3662" indent="-304919" algn="l" defTabSz="1219692" rtl="0" eaLnBrk="1" latinLnBrk="0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692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1pPr>
      <a:lvl2pPr marL="609841" algn="l" defTabSz="1219692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2pPr>
      <a:lvl3pPr marL="1219692" algn="l" defTabSz="1219692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3pPr>
      <a:lvl4pPr marL="1829528" algn="l" defTabSz="1219692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439371" algn="l" defTabSz="1219692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049212" algn="l" defTabSz="1219692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659053" algn="l" defTabSz="1219692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268900" algn="l" defTabSz="1219692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4878742" algn="l" defTabSz="1219692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81" userDrawn="1">
          <p15:clr>
            <a:srgbClr val="F26B43"/>
          </p15:clr>
        </p15:guide>
        <p15:guide id="2" pos="5579" userDrawn="1">
          <p15:clr>
            <a:srgbClr val="F26B43"/>
          </p15:clr>
        </p15:guide>
        <p15:guide id="3" pos="181" userDrawn="1">
          <p15:clr>
            <a:srgbClr val="F26B43"/>
          </p15:clr>
        </p15:guide>
        <p15:guide id="4" orient="horz" pos="195" userDrawn="1">
          <p15:clr>
            <a:srgbClr val="F26B43"/>
          </p15:clr>
        </p15:guide>
        <p15:guide id="5" orient="horz" pos="3852" userDrawn="1">
          <p15:clr>
            <a:srgbClr val="F26B43"/>
          </p15:clr>
        </p15:guide>
        <p15:guide id="6" orient="horz" pos="285" userDrawn="1">
          <p15:clr>
            <a:srgbClr val="F26B43"/>
          </p15:clr>
        </p15:guide>
        <p15:guide id="8" pos="7491" userDrawn="1">
          <p15:clr>
            <a:srgbClr val="F26B43"/>
          </p15:clr>
        </p15:guide>
        <p15:guide id="9" pos="7391" userDrawn="1">
          <p15:clr>
            <a:srgbClr val="F26B43"/>
          </p15:clr>
        </p15:guide>
        <p15:guide id="10" orient="horz" pos="464" userDrawn="1">
          <p15:clr>
            <a:srgbClr val="F26B43"/>
          </p15:clr>
        </p15:guide>
        <p15:guide id="11" orient="horz" pos="2913" userDrawn="1">
          <p15:clr>
            <a:srgbClr val="F26B43"/>
          </p15:clr>
        </p15:guide>
        <p15:guide id="1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5" descr="Image 15"/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16750" y="6449661"/>
            <a:ext cx="1090181" cy="23086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Connecteur droit 16"/>
          <p:cNvSpPr/>
          <p:nvPr/>
        </p:nvSpPr>
        <p:spPr>
          <a:xfrm>
            <a:off x="675980" y="6349554"/>
            <a:ext cx="1" cy="184664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60940" rIns="60940"/>
          <a:lstStyle/>
          <a:p>
            <a:endParaRPr sz="2399"/>
          </a:p>
        </p:txBody>
      </p:sp>
      <p:sp>
        <p:nvSpPr>
          <p:cNvPr id="4" name="ZoneTexte 17"/>
          <p:cNvSpPr txBox="1"/>
          <p:nvPr/>
        </p:nvSpPr>
        <p:spPr>
          <a:xfrm>
            <a:off x="383117" y="6551588"/>
            <a:ext cx="9476499" cy="143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B1B0BB"/>
                </a:solidFill>
              </a:defRPr>
            </a:lvl1pPr>
          </a:lstStyle>
          <a:p>
            <a:r>
              <a:rPr sz="933"/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5" name="Numéro de diapositive"/>
          <p:cNvSpPr txBox="1">
            <a:spLocks noGrp="1"/>
          </p:cNvSpPr>
          <p:nvPr>
            <p:ph type="sldNum" sz="quarter" idx="2"/>
          </p:nvPr>
        </p:nvSpPr>
        <p:spPr>
          <a:xfrm>
            <a:off x="400015" y="6359217"/>
            <a:ext cx="243656" cy="16409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>
              <a:defRPr sz="1066" b="1">
                <a:solidFill>
                  <a:srgbClr val="B1B0BB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8" name="Groupe 14"/>
          <p:cNvGrpSpPr/>
          <p:nvPr/>
        </p:nvGrpSpPr>
        <p:grpSpPr>
          <a:xfrm>
            <a:off x="393635" y="886123"/>
            <a:ext cx="1327484" cy="96012"/>
            <a:chOff x="0" y="0"/>
            <a:chExt cx="995611" cy="72008"/>
          </a:xfrm>
        </p:grpSpPr>
        <p:sp>
          <p:nvSpPr>
            <p:cNvPr id="6" name="Connecteur droit 20"/>
            <p:cNvSpPr/>
            <p:nvPr/>
          </p:nvSpPr>
          <p:spPr>
            <a:xfrm>
              <a:off x="-1" y="66390"/>
              <a:ext cx="995613" cy="1"/>
            </a:xfrm>
            <a:prstGeom prst="line">
              <a:avLst/>
            </a:prstGeom>
            <a:noFill/>
            <a:ln w="12700" cap="flat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399"/>
            </a:p>
          </p:txBody>
        </p:sp>
        <p:sp>
          <p:nvSpPr>
            <p:cNvPr id="7" name="Rectangle 21"/>
            <p:cNvSpPr/>
            <p:nvPr/>
          </p:nvSpPr>
          <p:spPr>
            <a:xfrm>
              <a:off x="0" y="-1"/>
              <a:ext cx="504057" cy="7201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2399"/>
            </a:p>
          </p:txBody>
        </p:sp>
      </p:grpSp>
      <p:sp>
        <p:nvSpPr>
          <p:cNvPr id="10" name="Texte niveau 1…"/>
          <p:cNvSpPr txBox="1">
            <a:spLocks noGrp="1"/>
          </p:cNvSpPr>
          <p:nvPr>
            <p:ph type="body" idx="1"/>
          </p:nvPr>
        </p:nvSpPr>
        <p:spPr>
          <a:xfrm>
            <a:off x="383117" y="1335616"/>
            <a:ext cx="11425768" cy="483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 5</a:t>
            </a:r>
          </a:p>
        </p:txBody>
      </p:sp>
      <p:sp>
        <p:nvSpPr>
          <p:cNvPr id="11" name="Click here to add a title"/>
          <p:cNvSpPr txBox="1">
            <a:spLocks noGrp="1"/>
          </p:cNvSpPr>
          <p:nvPr>
            <p:ph type="title" hasCustomPrompt="1"/>
          </p:nvPr>
        </p:nvSpPr>
        <p:spPr>
          <a:xfrm>
            <a:off x="393633" y="256450"/>
            <a:ext cx="11413299" cy="569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Click here to add a title </a:t>
            </a:r>
          </a:p>
        </p:txBody>
      </p:sp>
      <p:sp>
        <p:nvSpPr>
          <p:cNvPr id="12" name="MSIPCMContentMarking" descr="{&quot;HashCode&quot;:-1484644562,&quot;Placement&quot;:&quot;Header&quot;,&quot;Top&quot;:0.0,&quot;Left&quot;:315.021423,&quot;SlideWidth&quot;:720,&quot;SlideHeight&quot;:405}"/>
          <p:cNvSpPr txBox="1"/>
          <p:nvPr userDrawn="1"/>
        </p:nvSpPr>
        <p:spPr>
          <a:xfrm>
            <a:off x="5334363" y="72336"/>
            <a:ext cx="1523275" cy="2051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 anchorCtr="1">
            <a:spAutoFit/>
          </a:bodyPr>
          <a:lstStyle/>
          <a:p>
            <a:pPr marL="0" marR="0" indent="0" algn="ctr" defTabSz="1218804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333" b="0" i="0" u="none" strike="noStrike" cap="none" spc="0" normalizeH="0" baseline="0">
                <a:ln>
                  <a:noFill/>
                </a:ln>
                <a:solidFill>
                  <a:srgbClr val="FF8C00"/>
                </a:solidFill>
                <a:effectLst/>
                <a:uFillTx/>
                <a:latin typeface="Calibri" panose="020F0502020204030204" pitchFamily="34" charset="0"/>
                <a:ea typeface="Segoe UI"/>
                <a:cs typeface="Segoe UI"/>
                <a:sym typeface="Segoe UI"/>
              </a:rPr>
              <a:t>C2 -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29579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</p:sldLayoutIdLst>
  <p:transition spd="med"/>
  <p:txStyles>
    <p:titleStyle>
      <a:lvl1pPr marL="0" marR="0" indent="0" algn="l" defTabSz="12196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32" b="1" i="0" u="none" strike="noStrike" cap="none" spc="0" baseline="0">
          <a:solidFill>
            <a:schemeClr val="accent2"/>
          </a:solidFill>
          <a:uFillTx/>
          <a:latin typeface="Segoe UI Black"/>
          <a:ea typeface="Segoe UI Black"/>
          <a:cs typeface="Segoe UI Black"/>
          <a:sym typeface="Segoe UI Black"/>
        </a:defRPr>
      </a:lvl1pPr>
      <a:lvl2pPr marL="0" marR="0" indent="0" algn="l" defTabSz="12196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32" b="1" i="0" u="none" strike="noStrike" cap="none" spc="0" baseline="0">
          <a:solidFill>
            <a:schemeClr val="accent2"/>
          </a:solidFill>
          <a:uFillTx/>
          <a:latin typeface="Segoe UI Black"/>
          <a:ea typeface="Segoe UI Black"/>
          <a:cs typeface="Segoe UI Black"/>
          <a:sym typeface="Segoe UI Black"/>
        </a:defRPr>
      </a:lvl2pPr>
      <a:lvl3pPr marL="0" marR="0" indent="0" algn="l" defTabSz="12196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32" b="1" i="0" u="none" strike="noStrike" cap="none" spc="0" baseline="0">
          <a:solidFill>
            <a:schemeClr val="accent2"/>
          </a:solidFill>
          <a:uFillTx/>
          <a:latin typeface="Segoe UI Black"/>
          <a:ea typeface="Segoe UI Black"/>
          <a:cs typeface="Segoe UI Black"/>
          <a:sym typeface="Segoe UI Black"/>
        </a:defRPr>
      </a:lvl3pPr>
      <a:lvl4pPr marL="0" marR="0" indent="0" algn="l" defTabSz="12196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32" b="1" i="0" u="none" strike="noStrike" cap="none" spc="0" baseline="0">
          <a:solidFill>
            <a:schemeClr val="accent2"/>
          </a:solidFill>
          <a:uFillTx/>
          <a:latin typeface="Segoe UI Black"/>
          <a:ea typeface="Segoe UI Black"/>
          <a:cs typeface="Segoe UI Black"/>
          <a:sym typeface="Segoe UI Black"/>
        </a:defRPr>
      </a:lvl4pPr>
      <a:lvl5pPr marL="0" marR="0" indent="0" algn="l" defTabSz="12196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32" b="1" i="0" u="none" strike="noStrike" cap="none" spc="0" baseline="0">
          <a:solidFill>
            <a:schemeClr val="accent2"/>
          </a:solidFill>
          <a:uFillTx/>
          <a:latin typeface="Segoe UI Black"/>
          <a:ea typeface="Segoe UI Black"/>
          <a:cs typeface="Segoe UI Black"/>
          <a:sym typeface="Segoe UI Black"/>
        </a:defRPr>
      </a:lvl5pPr>
      <a:lvl6pPr marL="0" marR="0" indent="0" algn="l" defTabSz="12196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32" b="1" i="0" u="none" strike="noStrike" cap="none" spc="0" baseline="0">
          <a:solidFill>
            <a:schemeClr val="accent2"/>
          </a:solidFill>
          <a:uFillTx/>
          <a:latin typeface="Segoe UI Black"/>
          <a:ea typeface="Segoe UI Black"/>
          <a:cs typeface="Segoe UI Black"/>
          <a:sym typeface="Segoe UI Black"/>
        </a:defRPr>
      </a:lvl6pPr>
      <a:lvl7pPr marL="0" marR="0" indent="0" algn="l" defTabSz="12196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32" b="1" i="0" u="none" strike="noStrike" cap="none" spc="0" baseline="0">
          <a:solidFill>
            <a:schemeClr val="accent2"/>
          </a:solidFill>
          <a:uFillTx/>
          <a:latin typeface="Segoe UI Black"/>
          <a:ea typeface="Segoe UI Black"/>
          <a:cs typeface="Segoe UI Black"/>
          <a:sym typeface="Segoe UI Black"/>
        </a:defRPr>
      </a:lvl7pPr>
      <a:lvl8pPr marL="0" marR="0" indent="0" algn="l" defTabSz="12196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32" b="1" i="0" u="none" strike="noStrike" cap="none" spc="0" baseline="0">
          <a:solidFill>
            <a:schemeClr val="accent2"/>
          </a:solidFill>
          <a:uFillTx/>
          <a:latin typeface="Segoe UI Black"/>
          <a:ea typeface="Segoe UI Black"/>
          <a:cs typeface="Segoe UI Black"/>
          <a:sym typeface="Segoe UI Black"/>
        </a:defRPr>
      </a:lvl8pPr>
      <a:lvl9pPr marL="0" marR="0" indent="0" algn="l" defTabSz="12196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32" b="1" i="0" u="none" strike="noStrike" cap="none" spc="0" baseline="0">
          <a:solidFill>
            <a:schemeClr val="accent2"/>
          </a:solidFill>
          <a:uFillTx/>
          <a:latin typeface="Segoe UI Black"/>
          <a:ea typeface="Segoe UI Black"/>
          <a:cs typeface="Segoe UI Black"/>
          <a:sym typeface="Segoe UI Black"/>
        </a:defRPr>
      </a:lvl9pPr>
    </p:titleStyle>
    <p:bodyStyle>
      <a:lvl1pPr marL="0" marR="0" indent="0" algn="l" defTabSz="1219693" rtl="0" latinLnBrk="0">
        <a:lnSpc>
          <a:spcPct val="90000"/>
        </a:lnSpc>
        <a:spcBef>
          <a:spcPts val="1066"/>
        </a:spcBef>
        <a:spcAft>
          <a:spcPts val="0"/>
        </a:spcAft>
        <a:buClrTx/>
        <a:buSzTx/>
        <a:buFontTx/>
        <a:buNone/>
        <a:tabLst/>
        <a:defRPr sz="2133" b="1" i="0" u="none" strike="noStrike" cap="none" spc="0" baseline="0">
          <a:solidFill>
            <a:srgbClr val="FFFFFF"/>
          </a:solidFill>
          <a:uFillTx/>
          <a:latin typeface="Segoe UI"/>
          <a:ea typeface="Segoe UI"/>
          <a:cs typeface="Segoe UI"/>
          <a:sym typeface="Segoe UI"/>
        </a:defRPr>
      </a:lvl1pPr>
      <a:lvl2pPr marL="494891" marR="0" indent="-249256" algn="l" defTabSz="1219693" rtl="0" latinLnBrk="0">
        <a:lnSpc>
          <a:spcPct val="90000"/>
        </a:lnSpc>
        <a:spcBef>
          <a:spcPts val="1066"/>
        </a:spcBef>
        <a:spcAft>
          <a:spcPts val="0"/>
        </a:spcAft>
        <a:buClrTx/>
        <a:buSzPct val="100000"/>
        <a:buFontTx/>
        <a:buChar char="▪"/>
        <a:tabLst/>
        <a:defRPr sz="2133" b="1" i="0" u="none" strike="noStrike" cap="none" spc="0" baseline="0">
          <a:solidFill>
            <a:srgbClr val="FFFFFF"/>
          </a:solidFill>
          <a:uFillTx/>
          <a:latin typeface="Segoe UI"/>
          <a:ea typeface="Segoe UI"/>
          <a:cs typeface="Segoe UI"/>
          <a:sym typeface="Segoe UI"/>
        </a:defRPr>
      </a:lvl2pPr>
      <a:lvl3pPr marL="753827" marR="0" indent="-296440" algn="l" defTabSz="1219693" rtl="0" latinLnBrk="0">
        <a:lnSpc>
          <a:spcPct val="90000"/>
        </a:lnSpc>
        <a:spcBef>
          <a:spcPts val="1066"/>
        </a:spcBef>
        <a:spcAft>
          <a:spcPts val="0"/>
        </a:spcAft>
        <a:buClrTx/>
        <a:buSzPct val="100000"/>
        <a:buFontTx/>
        <a:buChar char="▪"/>
        <a:tabLst/>
        <a:defRPr sz="2133" b="1" i="0" u="none" strike="noStrike" cap="none" spc="0" baseline="0">
          <a:solidFill>
            <a:srgbClr val="FFFFFF"/>
          </a:solidFill>
          <a:uFillTx/>
          <a:latin typeface="Segoe UI"/>
          <a:ea typeface="Segoe UI"/>
          <a:cs typeface="Segoe UI"/>
          <a:sym typeface="Segoe UI"/>
        </a:defRPr>
      </a:lvl3pPr>
      <a:lvl4pPr marL="2273050" marR="0" indent="-443518" algn="l" defTabSz="1219693" rtl="0" latinLnBrk="0">
        <a:lnSpc>
          <a:spcPct val="90000"/>
        </a:lnSpc>
        <a:spcBef>
          <a:spcPts val="1066"/>
        </a:spcBef>
        <a:spcAft>
          <a:spcPts val="0"/>
        </a:spcAft>
        <a:buClrTx/>
        <a:buSzPct val="100000"/>
        <a:buFontTx/>
        <a:buChar char="▪"/>
        <a:tabLst/>
        <a:defRPr sz="2133" b="1" i="0" u="none" strike="noStrike" cap="none" spc="0" baseline="0">
          <a:solidFill>
            <a:srgbClr val="FFFFFF"/>
          </a:solidFill>
          <a:uFillTx/>
          <a:latin typeface="Segoe UI"/>
          <a:ea typeface="Segoe UI"/>
          <a:cs typeface="Segoe UI"/>
          <a:sym typeface="Segoe UI"/>
        </a:defRPr>
      </a:lvl4pPr>
      <a:lvl5pPr marL="2882889" marR="0" indent="-443518" algn="l" defTabSz="1219693" rtl="0" latinLnBrk="0">
        <a:lnSpc>
          <a:spcPct val="90000"/>
        </a:lnSpc>
        <a:spcBef>
          <a:spcPts val="1066"/>
        </a:spcBef>
        <a:spcAft>
          <a:spcPts val="0"/>
        </a:spcAft>
        <a:buClrTx/>
        <a:buSzPct val="100000"/>
        <a:buFontTx/>
        <a:buChar char="▪"/>
        <a:tabLst/>
        <a:defRPr sz="2133" b="1" i="0" u="none" strike="noStrike" cap="none" spc="0" baseline="0">
          <a:solidFill>
            <a:srgbClr val="FFFFFF"/>
          </a:solidFill>
          <a:uFillTx/>
          <a:latin typeface="Segoe UI"/>
          <a:ea typeface="Segoe UI"/>
          <a:cs typeface="Segoe UI"/>
          <a:sym typeface="Segoe UI"/>
        </a:defRPr>
      </a:lvl5pPr>
      <a:lvl6pPr marL="3293152" marR="0" indent="-243935" algn="l" defTabSz="1219693" rtl="0" latinLnBrk="0">
        <a:lnSpc>
          <a:spcPct val="90000"/>
        </a:lnSpc>
        <a:spcBef>
          <a:spcPts val="1066"/>
        </a:spcBef>
        <a:spcAft>
          <a:spcPts val="0"/>
        </a:spcAft>
        <a:buClrTx/>
        <a:buSzPct val="100000"/>
        <a:buFontTx/>
        <a:buChar char="•"/>
        <a:tabLst/>
        <a:defRPr sz="2133" b="1" i="0" u="none" strike="noStrike" cap="none" spc="0" baseline="0">
          <a:solidFill>
            <a:srgbClr val="FFFFFF"/>
          </a:solidFill>
          <a:uFillTx/>
          <a:latin typeface="Segoe UI"/>
          <a:ea typeface="Segoe UI"/>
          <a:cs typeface="Segoe UI"/>
          <a:sym typeface="Segoe UI"/>
        </a:defRPr>
      </a:lvl6pPr>
      <a:lvl7pPr marL="3902987" marR="0" indent="-243935" algn="l" defTabSz="1219693" rtl="0" latinLnBrk="0">
        <a:lnSpc>
          <a:spcPct val="90000"/>
        </a:lnSpc>
        <a:spcBef>
          <a:spcPts val="1066"/>
        </a:spcBef>
        <a:spcAft>
          <a:spcPts val="0"/>
        </a:spcAft>
        <a:buClrTx/>
        <a:buSzPct val="100000"/>
        <a:buFontTx/>
        <a:buChar char="•"/>
        <a:tabLst/>
        <a:defRPr sz="2133" b="1" i="0" u="none" strike="noStrike" cap="none" spc="0" baseline="0">
          <a:solidFill>
            <a:srgbClr val="FFFFFF"/>
          </a:solidFill>
          <a:uFillTx/>
          <a:latin typeface="Segoe UI"/>
          <a:ea typeface="Segoe UI"/>
          <a:cs typeface="Segoe UI"/>
          <a:sym typeface="Segoe UI"/>
        </a:defRPr>
      </a:lvl7pPr>
      <a:lvl8pPr marL="4512840" marR="0" indent="-243935" algn="l" defTabSz="1219693" rtl="0" latinLnBrk="0">
        <a:lnSpc>
          <a:spcPct val="90000"/>
        </a:lnSpc>
        <a:spcBef>
          <a:spcPts val="1066"/>
        </a:spcBef>
        <a:spcAft>
          <a:spcPts val="0"/>
        </a:spcAft>
        <a:buClrTx/>
        <a:buSzPct val="100000"/>
        <a:buFontTx/>
        <a:buChar char="•"/>
        <a:tabLst/>
        <a:defRPr sz="2133" b="1" i="0" u="none" strike="noStrike" cap="none" spc="0" baseline="0">
          <a:solidFill>
            <a:srgbClr val="FFFFFF"/>
          </a:solidFill>
          <a:uFillTx/>
          <a:latin typeface="Segoe UI"/>
          <a:ea typeface="Segoe UI"/>
          <a:cs typeface="Segoe UI"/>
          <a:sym typeface="Segoe UI"/>
        </a:defRPr>
      </a:lvl8pPr>
      <a:lvl9pPr marL="5122679" marR="0" indent="-243935" algn="l" defTabSz="1219693" rtl="0" latinLnBrk="0">
        <a:lnSpc>
          <a:spcPct val="90000"/>
        </a:lnSpc>
        <a:spcBef>
          <a:spcPts val="1066"/>
        </a:spcBef>
        <a:spcAft>
          <a:spcPts val="0"/>
        </a:spcAft>
        <a:buClrTx/>
        <a:buSzPct val="100000"/>
        <a:buFontTx/>
        <a:buChar char="•"/>
        <a:tabLst/>
        <a:defRPr sz="2133" b="1" i="0" u="none" strike="noStrike" cap="none" spc="0" baseline="0">
          <a:solidFill>
            <a:srgbClr val="FFFFFF"/>
          </a:solidFill>
          <a:uFillTx/>
          <a:latin typeface="Segoe UI"/>
          <a:ea typeface="Segoe UI"/>
          <a:cs typeface="Segoe UI"/>
          <a:sym typeface="Segoe UI"/>
        </a:defRPr>
      </a:lvl9pPr>
    </p:bodyStyle>
    <p:otherStyle>
      <a:lvl1pPr marL="0" marR="0" indent="0" algn="l" defTabSz="121880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egoe UI"/>
        </a:defRPr>
      </a:lvl1pPr>
      <a:lvl2pPr marL="0" marR="0" indent="609402" algn="l" defTabSz="121880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egoe UI"/>
        </a:defRPr>
      </a:lvl2pPr>
      <a:lvl3pPr marL="0" marR="0" indent="1218804" algn="l" defTabSz="121880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egoe UI"/>
        </a:defRPr>
      </a:lvl3pPr>
      <a:lvl4pPr marL="0" marR="0" indent="1828206" algn="l" defTabSz="121880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egoe UI"/>
        </a:defRPr>
      </a:lvl4pPr>
      <a:lvl5pPr marL="0" marR="0" indent="2437608" algn="l" defTabSz="121880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egoe UI"/>
        </a:defRPr>
      </a:lvl5pPr>
      <a:lvl6pPr marL="0" marR="0" indent="3047009" algn="l" defTabSz="121880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egoe UI"/>
        </a:defRPr>
      </a:lvl6pPr>
      <a:lvl7pPr marL="0" marR="0" indent="3656411" algn="l" defTabSz="121880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egoe UI"/>
        </a:defRPr>
      </a:lvl7pPr>
      <a:lvl8pPr marL="0" marR="0" indent="4265813" algn="l" defTabSz="121880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egoe UI"/>
        </a:defRPr>
      </a:lvl8pPr>
      <a:lvl9pPr marL="0" marR="0" indent="4875215" algn="l" defTabSz="121880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egoe U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13" Type="http://schemas.openxmlformats.org/officeDocument/2006/relationships/image" Target="../media/image32.jpeg"/><Relationship Id="rId18" Type="http://schemas.openxmlformats.org/officeDocument/2006/relationships/image" Target="../media/image37.jpeg"/><Relationship Id="rId3" Type="http://schemas.openxmlformats.org/officeDocument/2006/relationships/oleObject" Target="../embeddings/oleObject1.bin"/><Relationship Id="rId7" Type="http://schemas.openxmlformats.org/officeDocument/2006/relationships/image" Target="../media/image26.jpeg"/><Relationship Id="rId12" Type="http://schemas.openxmlformats.org/officeDocument/2006/relationships/image" Target="../media/image31.jpeg"/><Relationship Id="rId17" Type="http://schemas.openxmlformats.org/officeDocument/2006/relationships/image" Target="../media/image36.jpeg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35.jpeg"/><Relationship Id="rId1" Type="http://schemas.openxmlformats.org/officeDocument/2006/relationships/tags" Target="../tags/tag1.xml"/><Relationship Id="rId6" Type="http://schemas.openxmlformats.org/officeDocument/2006/relationships/image" Target="../media/image25.jpeg"/><Relationship Id="rId11" Type="http://schemas.openxmlformats.org/officeDocument/2006/relationships/image" Target="../media/image30.jpeg"/><Relationship Id="rId5" Type="http://schemas.openxmlformats.org/officeDocument/2006/relationships/image" Target="../media/image24.jpeg"/><Relationship Id="rId15" Type="http://schemas.openxmlformats.org/officeDocument/2006/relationships/image" Target="../media/image34.jpeg"/><Relationship Id="rId10" Type="http://schemas.openxmlformats.org/officeDocument/2006/relationships/image" Target="../media/image29.jpeg"/><Relationship Id="rId19" Type="http://schemas.openxmlformats.org/officeDocument/2006/relationships/image" Target="../media/image38.png"/><Relationship Id="rId4" Type="http://schemas.openxmlformats.org/officeDocument/2006/relationships/image" Target="../media/image23.emf"/><Relationship Id="rId9" Type="http://schemas.openxmlformats.org/officeDocument/2006/relationships/image" Target="../media/image28.jpeg"/><Relationship Id="rId14" Type="http://schemas.openxmlformats.org/officeDocument/2006/relationships/image" Target="../media/image3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eg"/><Relationship Id="rId13" Type="http://schemas.openxmlformats.org/officeDocument/2006/relationships/image" Target="../media/image46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40.jpeg"/><Relationship Id="rId12" Type="http://schemas.openxmlformats.org/officeDocument/2006/relationships/image" Target="../media/image45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11" Type="http://schemas.openxmlformats.org/officeDocument/2006/relationships/image" Target="../media/image44.jpeg"/><Relationship Id="rId5" Type="http://schemas.openxmlformats.org/officeDocument/2006/relationships/diagramColors" Target="../diagrams/colors1.xml"/><Relationship Id="rId10" Type="http://schemas.openxmlformats.org/officeDocument/2006/relationships/image" Target="../media/image43.jpe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4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58E2571-FE6B-1555-4685-62A4D68526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110" y="776284"/>
            <a:ext cx="10244505" cy="6045080"/>
          </a:xfrm>
        </p:spPr>
        <p:txBody>
          <a:bodyPr/>
          <a:lstStyle/>
          <a:p>
            <a:r>
              <a:rPr lang="fr-FR" sz="6000"/>
              <a:t>KAIZEN Team # </a:t>
            </a:r>
            <a:r>
              <a:rPr lang="fr-FR"/>
              <a:t>1</a:t>
            </a:r>
            <a:br>
              <a:rPr lang="en-US"/>
            </a:br>
            <a:br>
              <a:rPr lang="en-US"/>
            </a:br>
            <a:r>
              <a:rPr lang="fr-FR" sz="6000"/>
              <a:t>Lead Time Reduction for non </a:t>
            </a:r>
            <a:r>
              <a:rPr lang="fr-FR" sz="6000" err="1"/>
              <a:t>conformity</a:t>
            </a:r>
            <a:r>
              <a:rPr lang="fr-FR" sz="6000"/>
              <a:t> </a:t>
            </a:r>
            <a:r>
              <a:rPr lang="fr-FR" sz="6000" err="1"/>
              <a:t>treatment</a:t>
            </a:r>
            <a:br>
              <a:rPr lang="en-US"/>
            </a:br>
            <a:br>
              <a:rPr lang="en-US"/>
            </a:br>
            <a:r>
              <a:rPr lang="en-US" sz="2350"/>
              <a:t>CHA</a:t>
            </a:r>
            <a:br>
              <a:rPr lang="en-US" sz="2350"/>
            </a:br>
            <a:br>
              <a:rPr lang="en-US" sz="2350"/>
            </a:br>
            <a:r>
              <a:rPr lang="en-US" sz="2350"/>
              <a:t>LEADER and Deputy : NAME, NAME</a:t>
            </a:r>
            <a:endParaRPr lang="en-GB" sz="235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07B438BA-4154-C73E-6FEF-A7AC4498C17B}"/>
              </a:ext>
            </a:extLst>
          </p:cNvPr>
          <p:cNvSpPr/>
          <p:nvPr/>
        </p:nvSpPr>
        <p:spPr>
          <a:xfrm>
            <a:off x="5556000" y="884643"/>
            <a:ext cx="1080000" cy="10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880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1082486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EDEE4AF-E95F-12BA-706B-22BE986C1B2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5880" y="3174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425" imgH="424" progId="TCLayout.ActiveDocument.1">
                  <p:embed/>
                </p:oleObj>
              </mc:Choice>
              <mc:Fallback>
                <p:oleObj name="Diapositive think-cell" r:id="rId3" imgW="425" imgH="42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EDEE4AF-E95F-12BA-706B-22BE986C1B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80" y="3174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24520B08-613F-7465-4E03-547CB759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352" y="204326"/>
            <a:ext cx="11413296" cy="569207"/>
          </a:xfrm>
        </p:spPr>
        <p:txBody>
          <a:bodyPr vert="horz">
            <a:noAutofit/>
          </a:bodyPr>
          <a:lstStyle/>
          <a:p>
            <a:r>
              <a:rPr lang="fr-FR" sz="2400" b="1">
                <a:cs typeface="Arial"/>
              </a:rPr>
              <a:t>Team #3 : Lead Time Reduction for Non </a:t>
            </a:r>
            <a:r>
              <a:rPr lang="fr-FR" sz="2400" b="1" err="1">
                <a:cs typeface="Arial"/>
              </a:rPr>
              <a:t>conformity</a:t>
            </a:r>
            <a:r>
              <a:rPr lang="fr-FR" sz="2400" b="1">
                <a:cs typeface="Arial"/>
              </a:rPr>
              <a:t> </a:t>
            </a:r>
            <a:r>
              <a:rPr lang="fr-FR" sz="2400" b="1" err="1">
                <a:cs typeface="Arial"/>
              </a:rPr>
              <a:t>treatment</a:t>
            </a:r>
            <a:r>
              <a:rPr lang="fr-FR" sz="2400" b="1">
                <a:cs typeface="Arial"/>
              </a:rPr>
              <a:t> (NNC)</a:t>
            </a:r>
            <a:br>
              <a:rPr lang="fr-FR" sz="2400" b="1">
                <a:ea typeface="Segoe UI Black"/>
              </a:rPr>
            </a:br>
            <a:r>
              <a:rPr lang="fr-FR" sz="2400">
                <a:cs typeface="Arial"/>
              </a:rPr>
              <a:t>Team</a:t>
            </a:r>
            <a:endParaRPr lang="en-US" sz="2400">
              <a:ea typeface="Segoe UI Black"/>
              <a:cs typeface="Arial"/>
            </a:endParaRPr>
          </a:p>
        </p:txBody>
      </p:sp>
      <p:grpSp>
        <p:nvGrpSpPr>
          <p:cNvPr id="106" name="Groupe 105">
            <a:extLst>
              <a:ext uri="{FF2B5EF4-FFF2-40B4-BE49-F238E27FC236}">
                <a16:creationId xmlns:a16="http://schemas.microsoft.com/office/drawing/2014/main" id="{C256A8DD-B2E4-2737-B8E8-ACC97440A96D}"/>
              </a:ext>
            </a:extLst>
          </p:cNvPr>
          <p:cNvGrpSpPr/>
          <p:nvPr/>
        </p:nvGrpSpPr>
        <p:grpSpPr>
          <a:xfrm>
            <a:off x="4545815" y="2513744"/>
            <a:ext cx="3092033" cy="889229"/>
            <a:chOff x="3421209" y="2513744"/>
            <a:chExt cx="3042388" cy="889229"/>
          </a:xfrm>
        </p:grpSpPr>
        <p:sp>
          <p:nvSpPr>
            <p:cNvPr id="124" name="Rechteck 3">
              <a:extLst>
                <a:ext uri="{FF2B5EF4-FFF2-40B4-BE49-F238E27FC236}">
                  <a16:creationId xmlns:a16="http://schemas.microsoft.com/office/drawing/2014/main" id="{5100A343-1AB9-816F-59EF-345718685FC7}"/>
                </a:ext>
              </a:extLst>
            </p:cNvPr>
            <p:cNvSpPr>
              <a:spLocks/>
            </p:cNvSpPr>
            <p:nvPr/>
          </p:nvSpPr>
          <p:spPr>
            <a:xfrm>
              <a:off x="3421209" y="2513744"/>
              <a:ext cx="2916433" cy="889229"/>
            </a:xfrm>
            <a:prstGeom prst="rect">
              <a:avLst/>
            </a:prstGeom>
            <a:noFill/>
            <a:ln w="6350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744">
                <a:defRPr/>
              </a:pPr>
              <a:endParaRPr lang="en-US" sz="1600">
                <a:solidFill>
                  <a:srgbClr val="FFFFFF"/>
                </a:solidFill>
                <a:latin typeface="Segoe UI"/>
              </a:endParaRPr>
            </a:p>
          </p:txBody>
        </p:sp>
        <p:grpSp>
          <p:nvGrpSpPr>
            <p:cNvPr id="47" name="Groupe 46">
              <a:extLst>
                <a:ext uri="{FF2B5EF4-FFF2-40B4-BE49-F238E27FC236}">
                  <a16:creationId xmlns:a16="http://schemas.microsoft.com/office/drawing/2014/main" id="{698987AD-EC48-FC7A-70D4-902EF9A06656}"/>
                </a:ext>
              </a:extLst>
            </p:cNvPr>
            <p:cNvGrpSpPr/>
            <p:nvPr/>
          </p:nvGrpSpPr>
          <p:grpSpPr>
            <a:xfrm>
              <a:off x="4354600" y="2617653"/>
              <a:ext cx="2108997" cy="630955"/>
              <a:chOff x="8107488" y="2325032"/>
              <a:chExt cx="1550825" cy="473362"/>
            </a:xfrm>
          </p:grpSpPr>
          <p:sp>
            <p:nvSpPr>
              <p:cNvPr id="121" name="Textplatzhalter 9">
                <a:extLst>
                  <a:ext uri="{FF2B5EF4-FFF2-40B4-BE49-F238E27FC236}">
                    <a16:creationId xmlns:a16="http://schemas.microsoft.com/office/drawing/2014/main" id="{BB1067A4-8FEE-1D8B-77AE-18DD479836F0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07488" y="2325032"/>
                <a:ext cx="1550825" cy="30791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600">
                    <a:solidFill>
                      <a:srgbClr val="474E67"/>
                    </a:solidFill>
                    <a:latin typeface="Segoe UI"/>
                  </a:rPr>
                  <a:t>Yann GARO</a:t>
                </a:r>
              </a:p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067" b="1">
                    <a:solidFill>
                      <a:srgbClr val="3B87CC"/>
                    </a:solidFill>
                    <a:latin typeface="Segoe UI"/>
                  </a:rPr>
                  <a:t>Team member</a:t>
                </a:r>
                <a:endParaRPr lang="en-US" sz="1067">
                  <a:solidFill>
                    <a:srgbClr val="3B87CC"/>
                  </a:solidFill>
                  <a:latin typeface="Segoe UI"/>
                </a:endParaRPr>
              </a:p>
            </p:txBody>
          </p:sp>
          <p:sp>
            <p:nvSpPr>
              <p:cNvPr id="122" name="Textplatzhalter 9">
                <a:extLst>
                  <a:ext uri="{FF2B5EF4-FFF2-40B4-BE49-F238E27FC236}">
                    <a16:creationId xmlns:a16="http://schemas.microsoft.com/office/drawing/2014/main" id="{3D9C2CEB-00AD-6E72-CA42-6D7F96BBE991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11639" y="2671397"/>
                <a:ext cx="1437316" cy="126997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defRPr/>
                </a:pPr>
                <a:r>
                  <a:rPr lang="en-US" sz="1100">
                    <a:solidFill>
                      <a:srgbClr val="070E1D"/>
                    </a:solidFill>
                    <a:latin typeface="Segoe UI"/>
                  </a:rPr>
                  <a:t>Methode Engineer</a:t>
                </a:r>
                <a:endParaRPr lang="en-US" sz="1100">
                  <a:solidFill>
                    <a:srgbClr val="000000"/>
                  </a:solidFill>
                  <a:latin typeface="Segoe UI"/>
                </a:endParaRPr>
              </a:p>
            </p:txBody>
          </p:sp>
        </p:grp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996B6DFE-F115-AEE1-9598-DC85422AFD7D}"/>
              </a:ext>
            </a:extLst>
          </p:cNvPr>
          <p:cNvGrpSpPr/>
          <p:nvPr/>
        </p:nvGrpSpPr>
        <p:grpSpPr>
          <a:xfrm>
            <a:off x="3058272" y="587331"/>
            <a:ext cx="3051276" cy="889229"/>
            <a:chOff x="1097849" y="834827"/>
            <a:chExt cx="2289163" cy="667128"/>
          </a:xfrm>
        </p:grpSpPr>
        <p:sp>
          <p:nvSpPr>
            <p:cNvPr id="16" name="Rechteck 3">
              <a:extLst>
                <a:ext uri="{FF2B5EF4-FFF2-40B4-BE49-F238E27FC236}">
                  <a16:creationId xmlns:a16="http://schemas.microsoft.com/office/drawing/2014/main" id="{4EEFE7A9-F3EE-135E-B9F4-B4B5FBA5A965}"/>
                </a:ext>
              </a:extLst>
            </p:cNvPr>
            <p:cNvSpPr>
              <a:spLocks/>
            </p:cNvSpPr>
            <p:nvPr/>
          </p:nvSpPr>
          <p:spPr>
            <a:xfrm>
              <a:off x="1097849" y="834827"/>
              <a:ext cx="2219612" cy="6671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744">
                <a:defRPr/>
              </a:pPr>
              <a:endParaRPr lang="en-US" sz="1600">
                <a:solidFill>
                  <a:srgbClr val="FFFFFF"/>
                </a:solidFill>
                <a:latin typeface="Segoe UI"/>
              </a:endParaRPr>
            </a:p>
          </p:txBody>
        </p:sp>
        <p:sp>
          <p:nvSpPr>
            <p:cNvPr id="17" name="Textplatzhalter 9">
              <a:extLst>
                <a:ext uri="{FF2B5EF4-FFF2-40B4-BE49-F238E27FC236}">
                  <a16:creationId xmlns:a16="http://schemas.microsoft.com/office/drawing/2014/main" id="{455A3054-68A7-66AF-0277-D0FE6FDB37A0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952863" y="882789"/>
              <a:ext cx="1434149" cy="307920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 anchor="t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744">
                <a:spcBef>
                  <a:spcPts val="0"/>
                </a:spcBef>
                <a:buClr>
                  <a:srgbClr val="000000"/>
                </a:buClr>
                <a:defRPr/>
              </a:pPr>
              <a:r>
                <a:rPr lang="en-US" sz="1600">
                  <a:solidFill>
                    <a:srgbClr val="474E67"/>
                  </a:solidFill>
                  <a:latin typeface="Segoe UI"/>
                  <a:cs typeface="Segoe UI"/>
                </a:rPr>
                <a:t>Thomas BECCARDI</a:t>
              </a:r>
            </a:p>
            <a:p>
              <a:pPr defTabSz="1218744">
                <a:spcBef>
                  <a:spcPts val="0"/>
                </a:spcBef>
                <a:buClr>
                  <a:srgbClr val="000000"/>
                </a:buClr>
                <a:defRPr/>
              </a:pPr>
              <a:r>
                <a:rPr lang="en-US" sz="1067" b="1">
                  <a:solidFill>
                    <a:srgbClr val="3B87CC"/>
                  </a:solidFill>
                  <a:latin typeface="Segoe UI"/>
                </a:rPr>
                <a:t>Kaizen Leader</a:t>
              </a:r>
              <a:endParaRPr lang="en-US" sz="1067">
                <a:solidFill>
                  <a:srgbClr val="3B87CC"/>
                </a:solidFill>
                <a:latin typeface="Segoe UI"/>
              </a:endParaRPr>
            </a:p>
          </p:txBody>
        </p:sp>
        <p:sp>
          <p:nvSpPr>
            <p:cNvPr id="18" name="Textplatzhalter 9">
              <a:extLst>
                <a:ext uri="{FF2B5EF4-FFF2-40B4-BE49-F238E27FC236}">
                  <a16:creationId xmlns:a16="http://schemas.microsoft.com/office/drawing/2014/main" id="{FF9F7E5D-0E96-FFCF-B189-C1C22D20FA9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952863" y="1212442"/>
              <a:ext cx="1434149" cy="123197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744">
                <a:spcBef>
                  <a:spcPts val="0"/>
                </a:spcBef>
                <a:buClr>
                  <a:srgbClr val="000000"/>
                </a:buClr>
                <a:defRPr/>
              </a:pPr>
              <a:r>
                <a:rPr lang="en-US" sz="1067">
                  <a:solidFill>
                    <a:srgbClr val="070E1D"/>
                  </a:solidFill>
                  <a:latin typeface="Segoe UI"/>
                </a:rPr>
                <a:t>Function</a:t>
              </a:r>
              <a:endParaRPr lang="en-US" sz="800">
                <a:solidFill>
                  <a:srgbClr val="070E1D"/>
                </a:solidFill>
                <a:latin typeface="Segoe UI"/>
              </a:endParaRPr>
            </a:p>
          </p:txBody>
        </p:sp>
      </p:grpSp>
      <p:sp>
        <p:nvSpPr>
          <p:cNvPr id="13" name="Rechteck 3">
            <a:extLst>
              <a:ext uri="{FF2B5EF4-FFF2-40B4-BE49-F238E27FC236}">
                <a16:creationId xmlns:a16="http://schemas.microsoft.com/office/drawing/2014/main" id="{30654303-70B9-954B-1ECF-3BEF60240FCE}"/>
              </a:ext>
            </a:extLst>
          </p:cNvPr>
          <p:cNvSpPr>
            <a:spLocks/>
          </p:cNvSpPr>
          <p:nvPr/>
        </p:nvSpPr>
        <p:spPr>
          <a:xfrm>
            <a:off x="3075047" y="1562996"/>
            <a:ext cx="2958569" cy="889229"/>
          </a:xfrm>
          <a:prstGeom prst="rect">
            <a:avLst/>
          </a:prstGeom>
          <a:solidFill>
            <a:srgbClr val="FFCC99"/>
          </a:solidFill>
          <a:ln w="6350" cap="flat" cmpd="sng" algn="ctr">
            <a:solidFill>
              <a:schemeClr val="accent5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744">
              <a:defRPr/>
            </a:pPr>
            <a:endParaRPr lang="en-US" sz="160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77D56465-C559-8857-9BCC-0737E50E75D8}"/>
              </a:ext>
            </a:extLst>
          </p:cNvPr>
          <p:cNvSpPr txBox="1">
            <a:spLocks/>
          </p:cNvSpPr>
          <p:nvPr/>
        </p:nvSpPr>
        <p:spPr bwMode="gray">
          <a:xfrm>
            <a:off x="4061207" y="1600327"/>
            <a:ext cx="2244924" cy="40780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t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744">
              <a:spcBef>
                <a:spcPts val="0"/>
              </a:spcBef>
              <a:buClr>
                <a:srgbClr val="000000"/>
              </a:buClr>
              <a:defRPr/>
            </a:pPr>
            <a:r>
              <a:rPr lang="en-US" sz="1600">
                <a:solidFill>
                  <a:srgbClr val="070E1D"/>
                </a:solidFill>
                <a:latin typeface="Segoe UI"/>
              </a:rPr>
              <a:t>Corinne ORTIS</a:t>
            </a:r>
            <a:br>
              <a:rPr lang="en-US" sz="1050" b="1">
                <a:latin typeface="Segoe UI"/>
              </a:rPr>
            </a:br>
            <a:r>
              <a:rPr lang="en-US" sz="1050" b="1">
                <a:solidFill>
                  <a:srgbClr val="3B87CC"/>
                </a:solidFill>
                <a:latin typeface="Segoe UI"/>
              </a:rPr>
              <a:t>KAIZEN Facilitator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ECAD644B-DE97-FC00-D799-FFBCABD19A44}"/>
              </a:ext>
            </a:extLst>
          </p:cNvPr>
          <p:cNvSpPr txBox="1">
            <a:spLocks/>
          </p:cNvSpPr>
          <p:nvPr/>
        </p:nvSpPr>
        <p:spPr bwMode="gray">
          <a:xfrm>
            <a:off x="4145870" y="2053579"/>
            <a:ext cx="1895968" cy="16421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t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744">
              <a:spcBef>
                <a:spcPts val="0"/>
              </a:spcBef>
              <a:buClr>
                <a:srgbClr val="000000"/>
              </a:buClr>
              <a:defRPr/>
            </a:pPr>
            <a:r>
              <a:rPr lang="en-US" sz="1050">
                <a:solidFill>
                  <a:srgbClr val="070E1D"/>
                </a:solidFill>
              </a:rPr>
              <a:t>Black Belt</a:t>
            </a:r>
            <a:endParaRPr lang="en-US" sz="800">
              <a:solidFill>
                <a:srgbClr val="070E1D"/>
              </a:solidFill>
            </a:endParaRPr>
          </a:p>
        </p:txBody>
      </p:sp>
      <p:pic>
        <p:nvPicPr>
          <p:cNvPr id="90" name="Image 89">
            <a:extLst>
              <a:ext uri="{FF2B5EF4-FFF2-40B4-BE49-F238E27FC236}">
                <a16:creationId xmlns:a16="http://schemas.microsoft.com/office/drawing/2014/main" id="{35580033-7974-22AF-312B-35A147637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0299" y="2550090"/>
            <a:ext cx="729667" cy="729667"/>
          </a:xfrm>
          <a:prstGeom prst="rect">
            <a:avLst/>
          </a:prstGeom>
        </p:spPr>
      </p:pic>
      <p:pic>
        <p:nvPicPr>
          <p:cNvPr id="91" name="Image 90">
            <a:extLst>
              <a:ext uri="{FF2B5EF4-FFF2-40B4-BE49-F238E27FC236}">
                <a16:creationId xmlns:a16="http://schemas.microsoft.com/office/drawing/2014/main" id="{75A008B9-8A22-C9A4-021E-0FD2578F35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49" y="3595061"/>
            <a:ext cx="729667" cy="729667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59C257E8-5924-0556-DF8E-E54E2DD80D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3409" y="672711"/>
            <a:ext cx="729667" cy="729667"/>
          </a:xfrm>
          <a:prstGeom prst="rect">
            <a:avLst/>
          </a:prstGeom>
        </p:spPr>
      </p:pic>
      <p:grpSp>
        <p:nvGrpSpPr>
          <p:cNvPr id="40" name="Groupe 39">
            <a:extLst>
              <a:ext uri="{FF2B5EF4-FFF2-40B4-BE49-F238E27FC236}">
                <a16:creationId xmlns:a16="http://schemas.microsoft.com/office/drawing/2014/main" id="{88474B52-090B-98EE-D265-3A85B5CB0526}"/>
              </a:ext>
            </a:extLst>
          </p:cNvPr>
          <p:cNvGrpSpPr/>
          <p:nvPr/>
        </p:nvGrpSpPr>
        <p:grpSpPr>
          <a:xfrm>
            <a:off x="6171656" y="585088"/>
            <a:ext cx="3051276" cy="889229"/>
            <a:chOff x="1097849" y="834827"/>
            <a:chExt cx="2289163" cy="667128"/>
          </a:xfrm>
        </p:grpSpPr>
        <p:sp>
          <p:nvSpPr>
            <p:cNvPr id="41" name="Rechteck 3">
              <a:extLst>
                <a:ext uri="{FF2B5EF4-FFF2-40B4-BE49-F238E27FC236}">
                  <a16:creationId xmlns:a16="http://schemas.microsoft.com/office/drawing/2014/main" id="{5B678151-4DC8-A0DD-8DC6-5BC95714F2D9}"/>
                </a:ext>
              </a:extLst>
            </p:cNvPr>
            <p:cNvSpPr>
              <a:spLocks/>
            </p:cNvSpPr>
            <p:nvPr/>
          </p:nvSpPr>
          <p:spPr>
            <a:xfrm>
              <a:off x="1097849" y="834827"/>
              <a:ext cx="2219612" cy="6671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744">
                <a:defRPr/>
              </a:pPr>
              <a:endParaRPr lang="en-US" sz="1600">
                <a:solidFill>
                  <a:srgbClr val="FFFFFF"/>
                </a:solidFill>
                <a:latin typeface="Segoe UI"/>
              </a:endParaRPr>
            </a:p>
          </p:txBody>
        </p:sp>
        <p:sp>
          <p:nvSpPr>
            <p:cNvPr id="48" name="Textplatzhalter 9">
              <a:extLst>
                <a:ext uri="{FF2B5EF4-FFF2-40B4-BE49-F238E27FC236}">
                  <a16:creationId xmlns:a16="http://schemas.microsoft.com/office/drawing/2014/main" id="{70826189-6B33-6331-9A1F-B6861AB0041D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952863" y="882789"/>
              <a:ext cx="1434149" cy="307920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 anchor="t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744">
                <a:spcBef>
                  <a:spcPts val="0"/>
                </a:spcBef>
                <a:buClr>
                  <a:srgbClr val="000000"/>
                </a:buClr>
                <a:defRPr/>
              </a:pPr>
              <a:r>
                <a:rPr lang="en-US" sz="1600">
                  <a:solidFill>
                    <a:srgbClr val="474E67"/>
                  </a:solidFill>
                  <a:latin typeface="Segoe UI"/>
                </a:rPr>
                <a:t>Benoit MIRABEL</a:t>
              </a:r>
              <a:endParaRPr lang="en-US" sz="1600">
                <a:solidFill>
                  <a:srgbClr val="474E67"/>
                </a:solidFill>
                <a:latin typeface="Segoe UI"/>
                <a:cs typeface="Segoe UI"/>
              </a:endParaRPr>
            </a:p>
            <a:p>
              <a:pPr defTabSz="1218744">
                <a:spcBef>
                  <a:spcPts val="0"/>
                </a:spcBef>
                <a:buClr>
                  <a:srgbClr val="000000"/>
                </a:buClr>
                <a:defRPr/>
              </a:pPr>
              <a:r>
                <a:rPr lang="en-US" sz="1050" b="1">
                  <a:solidFill>
                    <a:srgbClr val="3B87CC"/>
                  </a:solidFill>
                  <a:latin typeface="Segoe UI"/>
                </a:rPr>
                <a:t>Kaizen Leader Deputy</a:t>
              </a:r>
              <a:endParaRPr lang="en-US" sz="1050">
                <a:solidFill>
                  <a:srgbClr val="3B87CC"/>
                </a:solidFill>
                <a:latin typeface="Segoe UI"/>
              </a:endParaRPr>
            </a:p>
          </p:txBody>
        </p:sp>
        <p:sp>
          <p:nvSpPr>
            <p:cNvPr id="54" name="Textplatzhalter 9">
              <a:extLst>
                <a:ext uri="{FF2B5EF4-FFF2-40B4-BE49-F238E27FC236}">
                  <a16:creationId xmlns:a16="http://schemas.microsoft.com/office/drawing/2014/main" id="{C239825C-300B-BEBC-D18E-F43FB5AE2F0E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952863" y="1212442"/>
              <a:ext cx="1434149" cy="123197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744">
                <a:spcBef>
                  <a:spcPts val="0"/>
                </a:spcBef>
                <a:buClr>
                  <a:srgbClr val="000000"/>
                </a:buClr>
                <a:defRPr/>
              </a:pPr>
              <a:r>
                <a:rPr lang="en-US" sz="1067">
                  <a:solidFill>
                    <a:srgbClr val="070E1D"/>
                  </a:solidFill>
                  <a:latin typeface="Segoe UI"/>
                </a:rPr>
                <a:t>Function</a:t>
              </a:r>
              <a:endParaRPr lang="en-US" sz="800">
                <a:solidFill>
                  <a:srgbClr val="070E1D"/>
                </a:solidFill>
                <a:latin typeface="Segoe UI"/>
              </a:endParaRPr>
            </a:p>
          </p:txBody>
        </p:sp>
      </p:grpSp>
      <p:pic>
        <p:nvPicPr>
          <p:cNvPr id="61" name="Image 60">
            <a:extLst>
              <a:ext uri="{FF2B5EF4-FFF2-40B4-BE49-F238E27FC236}">
                <a16:creationId xmlns:a16="http://schemas.microsoft.com/office/drawing/2014/main" id="{5D27C981-2A57-6179-1EEF-1E9B944DFA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4548" y="664868"/>
            <a:ext cx="729667" cy="729667"/>
          </a:xfrm>
          <a:prstGeom prst="rect">
            <a:avLst/>
          </a:prstGeom>
        </p:spPr>
      </p:pic>
      <p:grpSp>
        <p:nvGrpSpPr>
          <p:cNvPr id="62" name="Groupe 61">
            <a:extLst>
              <a:ext uri="{FF2B5EF4-FFF2-40B4-BE49-F238E27FC236}">
                <a16:creationId xmlns:a16="http://schemas.microsoft.com/office/drawing/2014/main" id="{DC8B2067-8CF7-6511-BF6C-7B202B35BB6D}"/>
              </a:ext>
            </a:extLst>
          </p:cNvPr>
          <p:cNvGrpSpPr/>
          <p:nvPr/>
        </p:nvGrpSpPr>
        <p:grpSpPr>
          <a:xfrm>
            <a:off x="6177170" y="1555266"/>
            <a:ext cx="3098904" cy="889229"/>
            <a:chOff x="3462194" y="812937"/>
            <a:chExt cx="2315200" cy="667128"/>
          </a:xfrm>
        </p:grpSpPr>
        <p:sp>
          <p:nvSpPr>
            <p:cNvPr id="71" name="Rechteck 3">
              <a:extLst>
                <a:ext uri="{FF2B5EF4-FFF2-40B4-BE49-F238E27FC236}">
                  <a16:creationId xmlns:a16="http://schemas.microsoft.com/office/drawing/2014/main" id="{51015EF8-EE32-26AE-5548-EA9A83C62831}"/>
                </a:ext>
              </a:extLst>
            </p:cNvPr>
            <p:cNvSpPr>
              <a:spLocks/>
            </p:cNvSpPr>
            <p:nvPr/>
          </p:nvSpPr>
          <p:spPr>
            <a:xfrm>
              <a:off x="3462194" y="812937"/>
              <a:ext cx="2219612" cy="667128"/>
            </a:xfrm>
            <a:prstGeom prst="rect">
              <a:avLst/>
            </a:prstGeom>
            <a:solidFill>
              <a:srgbClr val="FFCC99"/>
            </a:solidFill>
            <a:ln w="6350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744">
                <a:defRPr/>
              </a:pPr>
              <a:endParaRPr lang="en-US" sz="1600">
                <a:solidFill>
                  <a:srgbClr val="FFFFFF"/>
                </a:solidFill>
                <a:latin typeface="Segoe UI"/>
              </a:endParaRPr>
            </a:p>
          </p:txBody>
        </p:sp>
        <p:sp>
          <p:nvSpPr>
            <p:cNvPr id="76" name="Textplatzhalter 9">
              <a:extLst>
                <a:ext uri="{FF2B5EF4-FFF2-40B4-BE49-F238E27FC236}">
                  <a16:creationId xmlns:a16="http://schemas.microsoft.com/office/drawing/2014/main" id="{57EF5D39-1CF7-AA0B-FA22-A97667C663EF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359032" y="873810"/>
              <a:ext cx="1326188" cy="307920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 anchor="t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744">
                <a:spcBef>
                  <a:spcPts val="0"/>
                </a:spcBef>
                <a:buClr>
                  <a:srgbClr val="000000"/>
                </a:buClr>
                <a:defRPr/>
              </a:pPr>
              <a:r>
                <a:rPr lang="fr-FR" sz="1600">
                  <a:solidFill>
                    <a:srgbClr val="070E1D"/>
                  </a:solidFill>
                  <a:latin typeface="Segoe UI"/>
                </a:rPr>
                <a:t>Julien LOUIS</a:t>
              </a:r>
              <a:br>
                <a:rPr lang="en-US" sz="1050" b="1">
                  <a:latin typeface="Segoe UI"/>
                </a:rPr>
              </a:br>
              <a:r>
                <a:rPr lang="en-US" sz="1050" b="1">
                  <a:solidFill>
                    <a:srgbClr val="3B87CC"/>
                  </a:solidFill>
                  <a:latin typeface="Segoe UI"/>
                </a:rPr>
                <a:t>KAIZEN Facilitator Deputy</a:t>
              </a:r>
              <a:endParaRPr lang="en-US" sz="1050">
                <a:solidFill>
                  <a:srgbClr val="3B87CC"/>
                </a:solidFill>
                <a:latin typeface="Segoe UI"/>
              </a:endParaRPr>
            </a:p>
          </p:txBody>
        </p:sp>
        <p:sp>
          <p:nvSpPr>
            <p:cNvPr id="79" name="Textplatzhalter 9">
              <a:extLst>
                <a:ext uri="{FF2B5EF4-FFF2-40B4-BE49-F238E27FC236}">
                  <a16:creationId xmlns:a16="http://schemas.microsoft.com/office/drawing/2014/main" id="{F3C234BC-C0CB-280E-E1BF-14283AFB1510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354979" y="1195034"/>
              <a:ext cx="1422415" cy="123197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8744">
                <a:spcBef>
                  <a:spcPts val="0"/>
                </a:spcBef>
                <a:buClr>
                  <a:srgbClr val="000000"/>
                </a:buClr>
                <a:defRPr/>
              </a:pPr>
              <a:r>
                <a:rPr lang="en-US" sz="1067">
                  <a:solidFill>
                    <a:srgbClr val="070E1D"/>
                  </a:solidFill>
                  <a:latin typeface="Segoe UI"/>
                </a:rPr>
                <a:t>Improvement Manager</a:t>
              </a:r>
              <a:endParaRPr lang="en-US" sz="800">
                <a:solidFill>
                  <a:srgbClr val="070E1D"/>
                </a:solidFill>
                <a:latin typeface="Segoe UI"/>
              </a:endParaRPr>
            </a:p>
          </p:txBody>
        </p:sp>
      </p:grpSp>
      <p:pic>
        <p:nvPicPr>
          <p:cNvPr id="81" name="Image 80">
            <a:extLst>
              <a:ext uri="{FF2B5EF4-FFF2-40B4-BE49-F238E27FC236}">
                <a16:creationId xmlns:a16="http://schemas.microsoft.com/office/drawing/2014/main" id="{84899369-779F-A5B1-8924-8E355FF928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6438" y="1632069"/>
            <a:ext cx="729667" cy="729667"/>
          </a:xfrm>
          <a:prstGeom prst="rect">
            <a:avLst/>
          </a:prstGeom>
        </p:spPr>
      </p:pic>
      <p:pic>
        <p:nvPicPr>
          <p:cNvPr id="83" name="Image 82">
            <a:extLst>
              <a:ext uri="{FF2B5EF4-FFF2-40B4-BE49-F238E27FC236}">
                <a16:creationId xmlns:a16="http://schemas.microsoft.com/office/drawing/2014/main" id="{CDA173F9-556B-28BB-C5D1-1C40CF456D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323" y="1642776"/>
            <a:ext cx="729667" cy="729667"/>
          </a:xfrm>
          <a:prstGeom prst="rect">
            <a:avLst/>
          </a:prstGeom>
        </p:spPr>
      </p:pic>
      <p:pic>
        <p:nvPicPr>
          <p:cNvPr id="86" name="Image 85">
            <a:extLst>
              <a:ext uri="{FF2B5EF4-FFF2-40B4-BE49-F238E27FC236}">
                <a16:creationId xmlns:a16="http://schemas.microsoft.com/office/drawing/2014/main" id="{2D5DC96C-8819-6ACE-63C3-8705EDDA46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9466" y="5568318"/>
            <a:ext cx="729667" cy="729667"/>
          </a:xfrm>
          <a:prstGeom prst="rect">
            <a:avLst/>
          </a:prstGeom>
        </p:spPr>
      </p:pic>
      <p:pic>
        <p:nvPicPr>
          <p:cNvPr id="99" name="Image 98">
            <a:extLst>
              <a:ext uri="{FF2B5EF4-FFF2-40B4-BE49-F238E27FC236}">
                <a16:creationId xmlns:a16="http://schemas.microsoft.com/office/drawing/2014/main" id="{A04909FE-8A56-494B-94B8-F0610B0D91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8745" y="4585768"/>
            <a:ext cx="729667" cy="729667"/>
          </a:xfrm>
          <a:prstGeom prst="rect">
            <a:avLst/>
          </a:prstGeom>
        </p:spPr>
      </p:pic>
      <p:pic>
        <p:nvPicPr>
          <p:cNvPr id="101" name="Image 100">
            <a:extLst>
              <a:ext uri="{FF2B5EF4-FFF2-40B4-BE49-F238E27FC236}">
                <a16:creationId xmlns:a16="http://schemas.microsoft.com/office/drawing/2014/main" id="{14EDF7E1-F290-C38A-3E8D-9BCE05E3FF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5889" y="3595061"/>
            <a:ext cx="729667" cy="729667"/>
          </a:xfrm>
          <a:prstGeom prst="rect">
            <a:avLst/>
          </a:prstGeom>
        </p:spPr>
      </p:pic>
      <p:pic>
        <p:nvPicPr>
          <p:cNvPr id="103" name="Image 102">
            <a:extLst>
              <a:ext uri="{FF2B5EF4-FFF2-40B4-BE49-F238E27FC236}">
                <a16:creationId xmlns:a16="http://schemas.microsoft.com/office/drawing/2014/main" id="{4A61F4B3-11B3-2D4A-5787-BC6EE8F0FB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479" y="2579006"/>
            <a:ext cx="729667" cy="729667"/>
          </a:xfrm>
          <a:prstGeom prst="rect">
            <a:avLst/>
          </a:prstGeom>
        </p:spPr>
      </p:pic>
      <p:grpSp>
        <p:nvGrpSpPr>
          <p:cNvPr id="107" name="Groupe 106">
            <a:extLst>
              <a:ext uri="{FF2B5EF4-FFF2-40B4-BE49-F238E27FC236}">
                <a16:creationId xmlns:a16="http://schemas.microsoft.com/office/drawing/2014/main" id="{6E6D36D0-E493-2037-B56E-B436C21C449A}"/>
              </a:ext>
            </a:extLst>
          </p:cNvPr>
          <p:cNvGrpSpPr/>
          <p:nvPr/>
        </p:nvGrpSpPr>
        <p:grpSpPr>
          <a:xfrm>
            <a:off x="7637849" y="2503095"/>
            <a:ext cx="3112930" cy="889229"/>
            <a:chOff x="3421209" y="2513744"/>
            <a:chExt cx="3042388" cy="889229"/>
          </a:xfrm>
        </p:grpSpPr>
        <p:sp>
          <p:nvSpPr>
            <p:cNvPr id="108" name="Rechteck 3">
              <a:extLst>
                <a:ext uri="{FF2B5EF4-FFF2-40B4-BE49-F238E27FC236}">
                  <a16:creationId xmlns:a16="http://schemas.microsoft.com/office/drawing/2014/main" id="{BAB8AE50-0842-34AB-B8F2-170DABCA3D3D}"/>
                </a:ext>
              </a:extLst>
            </p:cNvPr>
            <p:cNvSpPr>
              <a:spLocks/>
            </p:cNvSpPr>
            <p:nvPr/>
          </p:nvSpPr>
          <p:spPr>
            <a:xfrm>
              <a:off x="3421209" y="2513744"/>
              <a:ext cx="2916433" cy="889229"/>
            </a:xfrm>
            <a:prstGeom prst="rect">
              <a:avLst/>
            </a:prstGeom>
            <a:noFill/>
            <a:ln w="6350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744">
                <a:defRPr/>
              </a:pPr>
              <a:endParaRPr lang="en-US" sz="1600">
                <a:solidFill>
                  <a:srgbClr val="FFFFFF"/>
                </a:solidFill>
                <a:latin typeface="Segoe UI"/>
              </a:endParaRPr>
            </a:p>
          </p:txBody>
        </p:sp>
        <p:grpSp>
          <p:nvGrpSpPr>
            <p:cNvPr id="109" name="Groupe 108">
              <a:extLst>
                <a:ext uri="{FF2B5EF4-FFF2-40B4-BE49-F238E27FC236}">
                  <a16:creationId xmlns:a16="http://schemas.microsoft.com/office/drawing/2014/main" id="{B340D215-7F62-1F06-EB3B-1B0BDFFEB12D}"/>
                </a:ext>
              </a:extLst>
            </p:cNvPr>
            <p:cNvGrpSpPr/>
            <p:nvPr/>
          </p:nvGrpSpPr>
          <p:grpSpPr>
            <a:xfrm>
              <a:off x="4354600" y="2617650"/>
              <a:ext cx="2108997" cy="625892"/>
              <a:chOff x="8107488" y="2325032"/>
              <a:chExt cx="1550825" cy="469564"/>
            </a:xfrm>
          </p:grpSpPr>
          <p:sp>
            <p:nvSpPr>
              <p:cNvPr id="110" name="Textplatzhalter 9">
                <a:extLst>
                  <a:ext uri="{FF2B5EF4-FFF2-40B4-BE49-F238E27FC236}">
                    <a16:creationId xmlns:a16="http://schemas.microsoft.com/office/drawing/2014/main" id="{6E4B5569-22F8-A988-42FD-B9B0FAF2F072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07488" y="2325032"/>
                <a:ext cx="1550825" cy="30791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600">
                    <a:solidFill>
                      <a:srgbClr val="474E67"/>
                    </a:solidFill>
                    <a:latin typeface="Segoe UI"/>
                  </a:rPr>
                  <a:t>Martin EVRARD</a:t>
                </a:r>
                <a:endParaRPr lang="en-US" sz="1600">
                  <a:solidFill>
                    <a:srgbClr val="474E67"/>
                  </a:solidFill>
                  <a:latin typeface="Segoe UI"/>
                  <a:cs typeface="Segoe UI"/>
                </a:endParaRPr>
              </a:p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050" b="1">
                    <a:solidFill>
                      <a:srgbClr val="3B87CC"/>
                    </a:solidFill>
                    <a:latin typeface="Segoe UI"/>
                  </a:rPr>
                  <a:t>Team member</a:t>
                </a:r>
                <a:endParaRPr lang="en-US" sz="1050">
                  <a:solidFill>
                    <a:srgbClr val="3B87CC"/>
                  </a:solidFill>
                  <a:latin typeface="Segoe UI"/>
                </a:endParaRPr>
              </a:p>
            </p:txBody>
          </p:sp>
          <p:sp>
            <p:nvSpPr>
              <p:cNvPr id="111" name="Textplatzhalter 9">
                <a:extLst>
                  <a:ext uri="{FF2B5EF4-FFF2-40B4-BE49-F238E27FC236}">
                    <a16:creationId xmlns:a16="http://schemas.microsoft.com/office/drawing/2014/main" id="{0CE8840A-BBFC-4FD3-1F1A-A46DC7E6280A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11639" y="2671399"/>
                <a:ext cx="1437316" cy="123197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050">
                    <a:solidFill>
                      <a:srgbClr val="070E1D"/>
                    </a:solidFill>
                    <a:latin typeface="Segoe UI"/>
                  </a:rPr>
                  <a:t>Data leader</a:t>
                </a:r>
              </a:p>
            </p:txBody>
          </p:sp>
        </p:grpSp>
      </p:grp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5A2CACB5-CD9F-1BB3-A66D-88A3EFBB95E9}"/>
              </a:ext>
            </a:extLst>
          </p:cNvPr>
          <p:cNvGrpSpPr/>
          <p:nvPr/>
        </p:nvGrpSpPr>
        <p:grpSpPr>
          <a:xfrm>
            <a:off x="1439438" y="2512864"/>
            <a:ext cx="3209266" cy="889229"/>
            <a:chOff x="3421209" y="2513744"/>
            <a:chExt cx="3167715" cy="889229"/>
          </a:xfrm>
        </p:grpSpPr>
        <p:sp>
          <p:nvSpPr>
            <p:cNvPr id="115" name="Rechteck 3">
              <a:extLst>
                <a:ext uri="{FF2B5EF4-FFF2-40B4-BE49-F238E27FC236}">
                  <a16:creationId xmlns:a16="http://schemas.microsoft.com/office/drawing/2014/main" id="{039CE7CA-0BD5-8724-D492-CBD2DAC1FF80}"/>
                </a:ext>
              </a:extLst>
            </p:cNvPr>
            <p:cNvSpPr>
              <a:spLocks/>
            </p:cNvSpPr>
            <p:nvPr/>
          </p:nvSpPr>
          <p:spPr>
            <a:xfrm>
              <a:off x="3421209" y="2513744"/>
              <a:ext cx="2916433" cy="889229"/>
            </a:xfrm>
            <a:prstGeom prst="rect">
              <a:avLst/>
            </a:prstGeom>
            <a:noFill/>
            <a:ln w="6350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744">
                <a:defRPr/>
              </a:pPr>
              <a:endParaRPr lang="en-US" sz="1600">
                <a:solidFill>
                  <a:srgbClr val="FFFFFF"/>
                </a:solidFill>
                <a:latin typeface="Segoe UI"/>
              </a:endParaRPr>
            </a:p>
          </p:txBody>
        </p:sp>
        <p:grpSp>
          <p:nvGrpSpPr>
            <p:cNvPr id="116" name="Groupe 115">
              <a:extLst>
                <a:ext uri="{FF2B5EF4-FFF2-40B4-BE49-F238E27FC236}">
                  <a16:creationId xmlns:a16="http://schemas.microsoft.com/office/drawing/2014/main" id="{8E941BC2-A13F-2C0F-AAD5-30E7583F9A8B}"/>
                </a:ext>
              </a:extLst>
            </p:cNvPr>
            <p:cNvGrpSpPr/>
            <p:nvPr/>
          </p:nvGrpSpPr>
          <p:grpSpPr>
            <a:xfrm>
              <a:off x="4287347" y="2549269"/>
              <a:ext cx="2301577" cy="694273"/>
              <a:chOff x="8058033" y="2273728"/>
              <a:chExt cx="1692436" cy="520865"/>
            </a:xfrm>
          </p:grpSpPr>
          <p:sp>
            <p:nvSpPr>
              <p:cNvPr id="117" name="Textplatzhalter 9">
                <a:extLst>
                  <a:ext uri="{FF2B5EF4-FFF2-40B4-BE49-F238E27FC236}">
                    <a16:creationId xmlns:a16="http://schemas.microsoft.com/office/drawing/2014/main" id="{7E8BB64F-2AC7-01B9-C001-009CCEB4AA53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058033" y="2273728"/>
                <a:ext cx="1692436" cy="305947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600">
                    <a:solidFill>
                      <a:srgbClr val="474E67"/>
                    </a:solidFill>
                    <a:latin typeface="Segoe UI"/>
                  </a:rPr>
                  <a:t>Maxime MAIA DA COSTA</a:t>
                </a:r>
              </a:p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050" b="1">
                    <a:solidFill>
                      <a:srgbClr val="3B87CC"/>
                    </a:solidFill>
                    <a:latin typeface="Segoe UI"/>
                  </a:rPr>
                  <a:t>Team member</a:t>
                </a:r>
                <a:endParaRPr lang="en-US" sz="1050">
                  <a:solidFill>
                    <a:srgbClr val="3B87CC"/>
                  </a:solidFill>
                  <a:latin typeface="Segoe UI"/>
                </a:endParaRPr>
              </a:p>
            </p:txBody>
          </p:sp>
          <p:sp>
            <p:nvSpPr>
              <p:cNvPr id="118" name="Textplatzhalter 9">
                <a:extLst>
                  <a:ext uri="{FF2B5EF4-FFF2-40B4-BE49-F238E27FC236}">
                    <a16:creationId xmlns:a16="http://schemas.microsoft.com/office/drawing/2014/main" id="{58FAE980-93D1-8EDF-852B-57EBBE6AFAD9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11638" y="2671396"/>
                <a:ext cx="1405254" cy="123197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050">
                    <a:solidFill>
                      <a:srgbClr val="070E1D"/>
                    </a:solidFill>
                    <a:latin typeface="Segoe UI"/>
                    <a:cs typeface="Segoe UI"/>
                  </a:rPr>
                  <a:t>Methode Engineer</a:t>
                </a:r>
                <a:endParaRPr lang="en-US" sz="1050">
                  <a:solidFill>
                    <a:srgbClr val="070E1D"/>
                  </a:solidFill>
                  <a:latin typeface="Segoe UI"/>
                </a:endParaRPr>
              </a:p>
            </p:txBody>
          </p:sp>
        </p:grpSp>
      </p:grpSp>
      <p:grpSp>
        <p:nvGrpSpPr>
          <p:cNvPr id="119" name="Groupe 118">
            <a:extLst>
              <a:ext uri="{FF2B5EF4-FFF2-40B4-BE49-F238E27FC236}">
                <a16:creationId xmlns:a16="http://schemas.microsoft.com/office/drawing/2014/main" id="{25403821-320F-7F7F-5E1E-9764CB09B236}"/>
              </a:ext>
            </a:extLst>
          </p:cNvPr>
          <p:cNvGrpSpPr/>
          <p:nvPr/>
        </p:nvGrpSpPr>
        <p:grpSpPr>
          <a:xfrm>
            <a:off x="1449207" y="3506882"/>
            <a:ext cx="3092033" cy="889229"/>
            <a:chOff x="3421209" y="2513744"/>
            <a:chExt cx="3042388" cy="889229"/>
          </a:xfrm>
        </p:grpSpPr>
        <p:sp>
          <p:nvSpPr>
            <p:cNvPr id="120" name="Rechteck 3">
              <a:extLst>
                <a:ext uri="{FF2B5EF4-FFF2-40B4-BE49-F238E27FC236}">
                  <a16:creationId xmlns:a16="http://schemas.microsoft.com/office/drawing/2014/main" id="{AAEC79E9-02D6-7753-5843-8BD3D2A14B66}"/>
                </a:ext>
              </a:extLst>
            </p:cNvPr>
            <p:cNvSpPr>
              <a:spLocks/>
            </p:cNvSpPr>
            <p:nvPr/>
          </p:nvSpPr>
          <p:spPr>
            <a:xfrm>
              <a:off x="3421209" y="2513744"/>
              <a:ext cx="2916433" cy="889229"/>
            </a:xfrm>
            <a:prstGeom prst="rect">
              <a:avLst/>
            </a:prstGeom>
            <a:noFill/>
            <a:ln w="6350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744">
                <a:defRPr/>
              </a:pPr>
              <a:endParaRPr lang="en-US" sz="1600">
                <a:solidFill>
                  <a:srgbClr val="FFFFFF"/>
                </a:solidFill>
                <a:latin typeface="Segoe UI"/>
              </a:endParaRPr>
            </a:p>
          </p:txBody>
        </p:sp>
        <p:grpSp>
          <p:nvGrpSpPr>
            <p:cNvPr id="123" name="Groupe 122">
              <a:extLst>
                <a:ext uri="{FF2B5EF4-FFF2-40B4-BE49-F238E27FC236}">
                  <a16:creationId xmlns:a16="http://schemas.microsoft.com/office/drawing/2014/main" id="{6D45A3C7-BA20-E325-8537-A308DF7D8A43}"/>
                </a:ext>
              </a:extLst>
            </p:cNvPr>
            <p:cNvGrpSpPr/>
            <p:nvPr/>
          </p:nvGrpSpPr>
          <p:grpSpPr>
            <a:xfrm>
              <a:off x="4354600" y="2617653"/>
              <a:ext cx="2108997" cy="625890"/>
              <a:chOff x="8107488" y="2325032"/>
              <a:chExt cx="1550825" cy="469562"/>
            </a:xfrm>
          </p:grpSpPr>
          <p:sp>
            <p:nvSpPr>
              <p:cNvPr id="125" name="Textplatzhalter 9">
                <a:extLst>
                  <a:ext uri="{FF2B5EF4-FFF2-40B4-BE49-F238E27FC236}">
                    <a16:creationId xmlns:a16="http://schemas.microsoft.com/office/drawing/2014/main" id="{EF16D706-536E-85A6-909E-A3BBDB4BA4E1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07488" y="2325032"/>
                <a:ext cx="1550825" cy="30791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600">
                    <a:solidFill>
                      <a:srgbClr val="474E67"/>
                    </a:solidFill>
                    <a:latin typeface="Segoe UI"/>
                  </a:rPr>
                  <a:t>Manuel PAIN</a:t>
                </a:r>
              </a:p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050" b="1">
                    <a:solidFill>
                      <a:srgbClr val="3B87CC"/>
                    </a:solidFill>
                    <a:latin typeface="Segoe UI"/>
                  </a:rPr>
                  <a:t>Team member</a:t>
                </a:r>
                <a:endParaRPr lang="en-US" sz="1050">
                  <a:solidFill>
                    <a:srgbClr val="3B87CC"/>
                  </a:solidFill>
                  <a:latin typeface="Segoe UI"/>
                </a:endParaRPr>
              </a:p>
            </p:txBody>
          </p:sp>
          <p:sp>
            <p:nvSpPr>
              <p:cNvPr id="126" name="Textplatzhalter 9">
                <a:extLst>
                  <a:ext uri="{FF2B5EF4-FFF2-40B4-BE49-F238E27FC236}">
                    <a16:creationId xmlns:a16="http://schemas.microsoft.com/office/drawing/2014/main" id="{1F57DDB2-CED7-9430-7F3A-92BBA604ED79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11639" y="2671397"/>
                <a:ext cx="1437316" cy="123197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067">
                    <a:solidFill>
                      <a:srgbClr val="070E1D"/>
                    </a:solidFill>
                    <a:latin typeface="Segoe UI"/>
                  </a:rPr>
                  <a:t>Production supervisor LRCIT</a:t>
                </a:r>
                <a:endParaRPr lang="en-US" sz="800">
                  <a:solidFill>
                    <a:srgbClr val="070E1D"/>
                  </a:solidFill>
                  <a:latin typeface="Segoe UI"/>
                </a:endParaRPr>
              </a:p>
            </p:txBody>
          </p:sp>
        </p:grpSp>
      </p:grpSp>
      <p:grpSp>
        <p:nvGrpSpPr>
          <p:cNvPr id="127" name="Groupe 126">
            <a:extLst>
              <a:ext uri="{FF2B5EF4-FFF2-40B4-BE49-F238E27FC236}">
                <a16:creationId xmlns:a16="http://schemas.microsoft.com/office/drawing/2014/main" id="{BEA2EB8B-3331-824D-C234-C024FFCCDDA2}"/>
              </a:ext>
            </a:extLst>
          </p:cNvPr>
          <p:cNvGrpSpPr/>
          <p:nvPr/>
        </p:nvGrpSpPr>
        <p:grpSpPr>
          <a:xfrm>
            <a:off x="4545815" y="3509866"/>
            <a:ext cx="3092033" cy="889229"/>
            <a:chOff x="3421209" y="2513744"/>
            <a:chExt cx="3042388" cy="889229"/>
          </a:xfrm>
        </p:grpSpPr>
        <p:sp>
          <p:nvSpPr>
            <p:cNvPr id="131" name="Rechteck 3">
              <a:extLst>
                <a:ext uri="{FF2B5EF4-FFF2-40B4-BE49-F238E27FC236}">
                  <a16:creationId xmlns:a16="http://schemas.microsoft.com/office/drawing/2014/main" id="{EF86FEFF-A7A2-1F80-CCE4-3F29836F2E09}"/>
                </a:ext>
              </a:extLst>
            </p:cNvPr>
            <p:cNvSpPr>
              <a:spLocks/>
            </p:cNvSpPr>
            <p:nvPr/>
          </p:nvSpPr>
          <p:spPr>
            <a:xfrm>
              <a:off x="3421209" y="2513744"/>
              <a:ext cx="2916433" cy="889229"/>
            </a:xfrm>
            <a:prstGeom prst="rect">
              <a:avLst/>
            </a:prstGeom>
            <a:noFill/>
            <a:ln w="6350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744">
                <a:defRPr/>
              </a:pPr>
              <a:endParaRPr lang="en-US" sz="1600">
                <a:solidFill>
                  <a:srgbClr val="FFFFFF"/>
                </a:solidFill>
                <a:latin typeface="Segoe UI"/>
              </a:endParaRPr>
            </a:p>
          </p:txBody>
        </p:sp>
        <p:grpSp>
          <p:nvGrpSpPr>
            <p:cNvPr id="132" name="Groupe 131">
              <a:extLst>
                <a:ext uri="{FF2B5EF4-FFF2-40B4-BE49-F238E27FC236}">
                  <a16:creationId xmlns:a16="http://schemas.microsoft.com/office/drawing/2014/main" id="{B48AE16B-39AF-490D-A01E-9DF478CDED25}"/>
                </a:ext>
              </a:extLst>
            </p:cNvPr>
            <p:cNvGrpSpPr/>
            <p:nvPr/>
          </p:nvGrpSpPr>
          <p:grpSpPr>
            <a:xfrm>
              <a:off x="4354600" y="2617653"/>
              <a:ext cx="2108997" cy="625890"/>
              <a:chOff x="8107488" y="2325032"/>
              <a:chExt cx="1550825" cy="469562"/>
            </a:xfrm>
          </p:grpSpPr>
          <p:sp>
            <p:nvSpPr>
              <p:cNvPr id="133" name="Textplatzhalter 9">
                <a:extLst>
                  <a:ext uri="{FF2B5EF4-FFF2-40B4-BE49-F238E27FC236}">
                    <a16:creationId xmlns:a16="http://schemas.microsoft.com/office/drawing/2014/main" id="{3D148CF0-5724-806A-A7A1-BD554845FE41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07488" y="2325032"/>
                <a:ext cx="1550825" cy="30791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spcBef>
                    <a:spcPts val="0"/>
                  </a:spcBef>
                  <a:defRPr/>
                </a:pPr>
                <a:r>
                  <a:rPr lang="en-US" sz="1600">
                    <a:solidFill>
                      <a:srgbClr val="474E67"/>
                    </a:solidFill>
                    <a:latin typeface="Segoe UI"/>
                  </a:rPr>
                  <a:t>Laurence TELLIER</a:t>
                </a:r>
                <a:endParaRPr lang="en-US"/>
              </a:p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050" b="1">
                    <a:solidFill>
                      <a:srgbClr val="3B87CC"/>
                    </a:solidFill>
                    <a:latin typeface="Segoe UI"/>
                  </a:rPr>
                  <a:t>Team member</a:t>
                </a:r>
                <a:endParaRPr lang="en-US" sz="1067">
                  <a:solidFill>
                    <a:srgbClr val="3B87CC"/>
                  </a:solidFill>
                  <a:latin typeface="Segoe UI"/>
                </a:endParaRPr>
              </a:p>
            </p:txBody>
          </p:sp>
          <p:sp>
            <p:nvSpPr>
              <p:cNvPr id="134" name="Textplatzhalter 9">
                <a:extLst>
                  <a:ext uri="{FF2B5EF4-FFF2-40B4-BE49-F238E27FC236}">
                    <a16:creationId xmlns:a16="http://schemas.microsoft.com/office/drawing/2014/main" id="{13D8514D-2FF3-9C5A-B0DB-5855292613B4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11639" y="2671397"/>
                <a:ext cx="1437316" cy="123197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spcBef>
                    <a:spcPts val="0"/>
                  </a:spcBef>
                  <a:defRPr/>
                </a:pPr>
                <a:r>
                  <a:rPr lang="en-US" sz="1050">
                    <a:cs typeface="Segoe UI"/>
                  </a:rPr>
                  <a:t>MRO PROCUREMENT MANAGER</a:t>
                </a:r>
              </a:p>
            </p:txBody>
          </p:sp>
        </p:grpSp>
      </p:grpSp>
      <p:grpSp>
        <p:nvGrpSpPr>
          <p:cNvPr id="135" name="Groupe 134">
            <a:extLst>
              <a:ext uri="{FF2B5EF4-FFF2-40B4-BE49-F238E27FC236}">
                <a16:creationId xmlns:a16="http://schemas.microsoft.com/office/drawing/2014/main" id="{2035E584-FEAC-ADA8-701F-1796B6C76C12}"/>
              </a:ext>
            </a:extLst>
          </p:cNvPr>
          <p:cNvGrpSpPr/>
          <p:nvPr/>
        </p:nvGrpSpPr>
        <p:grpSpPr>
          <a:xfrm>
            <a:off x="7637848" y="3491152"/>
            <a:ext cx="3092033" cy="889229"/>
            <a:chOff x="3421209" y="2513744"/>
            <a:chExt cx="3042388" cy="889229"/>
          </a:xfrm>
        </p:grpSpPr>
        <p:sp>
          <p:nvSpPr>
            <p:cNvPr id="136" name="Rechteck 3">
              <a:extLst>
                <a:ext uri="{FF2B5EF4-FFF2-40B4-BE49-F238E27FC236}">
                  <a16:creationId xmlns:a16="http://schemas.microsoft.com/office/drawing/2014/main" id="{9C962154-829F-43F8-818E-9CB46691CF57}"/>
                </a:ext>
              </a:extLst>
            </p:cNvPr>
            <p:cNvSpPr>
              <a:spLocks/>
            </p:cNvSpPr>
            <p:nvPr/>
          </p:nvSpPr>
          <p:spPr>
            <a:xfrm>
              <a:off x="3421209" y="2513744"/>
              <a:ext cx="2916433" cy="889229"/>
            </a:xfrm>
            <a:prstGeom prst="rect">
              <a:avLst/>
            </a:prstGeom>
            <a:noFill/>
            <a:ln w="6350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744">
                <a:defRPr/>
              </a:pPr>
              <a:endParaRPr lang="en-US" sz="1600">
                <a:solidFill>
                  <a:srgbClr val="FFFFFF"/>
                </a:solidFill>
                <a:latin typeface="Segoe UI"/>
              </a:endParaRPr>
            </a:p>
          </p:txBody>
        </p:sp>
        <p:grpSp>
          <p:nvGrpSpPr>
            <p:cNvPr id="137" name="Groupe 136">
              <a:extLst>
                <a:ext uri="{FF2B5EF4-FFF2-40B4-BE49-F238E27FC236}">
                  <a16:creationId xmlns:a16="http://schemas.microsoft.com/office/drawing/2014/main" id="{59025F84-E9ED-70EB-4F24-5000B2AF1409}"/>
                </a:ext>
              </a:extLst>
            </p:cNvPr>
            <p:cNvGrpSpPr/>
            <p:nvPr/>
          </p:nvGrpSpPr>
          <p:grpSpPr>
            <a:xfrm>
              <a:off x="4354600" y="2617653"/>
              <a:ext cx="2108997" cy="625890"/>
              <a:chOff x="8107488" y="2325032"/>
              <a:chExt cx="1550825" cy="469562"/>
            </a:xfrm>
          </p:grpSpPr>
          <p:sp>
            <p:nvSpPr>
              <p:cNvPr id="138" name="Textplatzhalter 9">
                <a:extLst>
                  <a:ext uri="{FF2B5EF4-FFF2-40B4-BE49-F238E27FC236}">
                    <a16:creationId xmlns:a16="http://schemas.microsoft.com/office/drawing/2014/main" id="{DDD89F8F-FC04-82A3-347E-36B374E958F5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07488" y="2325032"/>
                <a:ext cx="1550825" cy="30791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spcBef>
                    <a:spcPts val="0"/>
                  </a:spcBef>
                  <a:defRPr/>
                </a:pPr>
                <a:r>
                  <a:rPr lang="en-US" sz="1600">
                    <a:solidFill>
                      <a:srgbClr val="474E67"/>
                    </a:solidFill>
                    <a:latin typeface="Segoe UI"/>
                  </a:rPr>
                  <a:t>Jérôme MALNORY</a:t>
                </a:r>
                <a:endParaRPr lang="en-US"/>
              </a:p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050" b="1">
                    <a:solidFill>
                      <a:srgbClr val="3B87CC"/>
                    </a:solidFill>
                    <a:latin typeface="Segoe UI"/>
                  </a:rPr>
                  <a:t>Team member</a:t>
                </a:r>
                <a:endParaRPr lang="en-US" sz="1050">
                  <a:solidFill>
                    <a:srgbClr val="3B87CC"/>
                  </a:solidFill>
                  <a:latin typeface="Segoe UI"/>
                </a:endParaRPr>
              </a:p>
            </p:txBody>
          </p:sp>
          <p:sp>
            <p:nvSpPr>
              <p:cNvPr id="139" name="Textplatzhalter 9">
                <a:extLst>
                  <a:ext uri="{FF2B5EF4-FFF2-40B4-BE49-F238E27FC236}">
                    <a16:creationId xmlns:a16="http://schemas.microsoft.com/office/drawing/2014/main" id="{E622B03F-A3CE-76C1-BB39-5F4F2D001C76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11639" y="2671397"/>
                <a:ext cx="1437316" cy="123197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067">
                    <a:solidFill>
                      <a:srgbClr val="070E1D"/>
                    </a:solidFill>
                    <a:latin typeface="Segoe UI"/>
                  </a:rPr>
                  <a:t>APRS/Inspector LRCIT</a:t>
                </a:r>
                <a:endParaRPr lang="en-US" sz="800">
                  <a:solidFill>
                    <a:srgbClr val="070E1D"/>
                  </a:solidFill>
                  <a:latin typeface="Segoe UI"/>
                </a:endParaRPr>
              </a:p>
            </p:txBody>
          </p:sp>
        </p:grpSp>
      </p:grpSp>
      <p:grpSp>
        <p:nvGrpSpPr>
          <p:cNvPr id="140" name="Groupe 139">
            <a:extLst>
              <a:ext uri="{FF2B5EF4-FFF2-40B4-BE49-F238E27FC236}">
                <a16:creationId xmlns:a16="http://schemas.microsoft.com/office/drawing/2014/main" id="{95644CD6-EDBC-0E92-9B1A-1B9F6548CAA4}"/>
              </a:ext>
            </a:extLst>
          </p:cNvPr>
          <p:cNvGrpSpPr/>
          <p:nvPr/>
        </p:nvGrpSpPr>
        <p:grpSpPr>
          <a:xfrm>
            <a:off x="1442341" y="4505988"/>
            <a:ext cx="3092033" cy="889229"/>
            <a:chOff x="3421209" y="2513744"/>
            <a:chExt cx="3042388" cy="889229"/>
          </a:xfrm>
        </p:grpSpPr>
        <p:sp>
          <p:nvSpPr>
            <p:cNvPr id="141" name="Rechteck 3">
              <a:extLst>
                <a:ext uri="{FF2B5EF4-FFF2-40B4-BE49-F238E27FC236}">
                  <a16:creationId xmlns:a16="http://schemas.microsoft.com/office/drawing/2014/main" id="{CB856343-641C-4562-58A7-E01950C39A7C}"/>
                </a:ext>
              </a:extLst>
            </p:cNvPr>
            <p:cNvSpPr>
              <a:spLocks/>
            </p:cNvSpPr>
            <p:nvPr/>
          </p:nvSpPr>
          <p:spPr>
            <a:xfrm>
              <a:off x="3421209" y="2513744"/>
              <a:ext cx="2916433" cy="889229"/>
            </a:xfrm>
            <a:prstGeom prst="rect">
              <a:avLst/>
            </a:prstGeom>
            <a:noFill/>
            <a:ln w="6350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744">
                <a:defRPr/>
              </a:pPr>
              <a:endParaRPr lang="en-US" sz="1600">
                <a:solidFill>
                  <a:srgbClr val="FFFFFF"/>
                </a:solidFill>
                <a:latin typeface="Segoe UI"/>
              </a:endParaRPr>
            </a:p>
          </p:txBody>
        </p:sp>
        <p:grpSp>
          <p:nvGrpSpPr>
            <p:cNvPr id="142" name="Groupe 141">
              <a:extLst>
                <a:ext uri="{FF2B5EF4-FFF2-40B4-BE49-F238E27FC236}">
                  <a16:creationId xmlns:a16="http://schemas.microsoft.com/office/drawing/2014/main" id="{12B757BC-B1ED-1B51-F9E7-0A595CE51094}"/>
                </a:ext>
              </a:extLst>
            </p:cNvPr>
            <p:cNvGrpSpPr/>
            <p:nvPr/>
          </p:nvGrpSpPr>
          <p:grpSpPr>
            <a:xfrm>
              <a:off x="4354600" y="2617653"/>
              <a:ext cx="2108997" cy="625890"/>
              <a:chOff x="8107488" y="2325032"/>
              <a:chExt cx="1550825" cy="469562"/>
            </a:xfrm>
          </p:grpSpPr>
          <p:sp>
            <p:nvSpPr>
              <p:cNvPr id="143" name="Textplatzhalter 9">
                <a:extLst>
                  <a:ext uri="{FF2B5EF4-FFF2-40B4-BE49-F238E27FC236}">
                    <a16:creationId xmlns:a16="http://schemas.microsoft.com/office/drawing/2014/main" id="{CD23AF36-C3B2-7AA5-A982-B507AD4951A0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07488" y="2325032"/>
                <a:ext cx="1550825" cy="30791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spcBef>
                    <a:spcPts val="0"/>
                  </a:spcBef>
                  <a:defRPr/>
                </a:pPr>
                <a:r>
                  <a:rPr lang="en-US" sz="1600">
                    <a:solidFill>
                      <a:srgbClr val="474E67"/>
                    </a:solidFill>
                    <a:latin typeface="Segoe UI"/>
                  </a:rPr>
                  <a:t>Corinne BAILLY</a:t>
                </a:r>
                <a:endParaRPr lang="en-US"/>
              </a:p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050" b="1">
                    <a:solidFill>
                      <a:srgbClr val="3B87CC"/>
                    </a:solidFill>
                    <a:latin typeface="Segoe UI"/>
                  </a:rPr>
                  <a:t>Team member</a:t>
                </a:r>
                <a:endParaRPr lang="en-US" sz="1050">
                  <a:solidFill>
                    <a:srgbClr val="3B87CC"/>
                  </a:solidFill>
                  <a:latin typeface="Segoe UI"/>
                </a:endParaRPr>
              </a:p>
            </p:txBody>
          </p:sp>
          <p:sp>
            <p:nvSpPr>
              <p:cNvPr id="144" name="Textplatzhalter 9">
                <a:extLst>
                  <a:ext uri="{FF2B5EF4-FFF2-40B4-BE49-F238E27FC236}">
                    <a16:creationId xmlns:a16="http://schemas.microsoft.com/office/drawing/2014/main" id="{F691A957-D7FF-2323-9358-B6BFC1E404D6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11639" y="2671397"/>
                <a:ext cx="1437316" cy="123197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067">
                    <a:solidFill>
                      <a:srgbClr val="070E1D"/>
                    </a:solidFill>
                    <a:latin typeface="Segoe UI"/>
                  </a:rPr>
                  <a:t>Inspector LRCIT</a:t>
                </a:r>
                <a:endParaRPr lang="en-US" sz="800">
                  <a:solidFill>
                    <a:srgbClr val="070E1D"/>
                  </a:solidFill>
                  <a:latin typeface="Segoe UI"/>
                </a:endParaRPr>
              </a:p>
            </p:txBody>
          </p:sp>
        </p:grpSp>
      </p:grpSp>
      <p:grpSp>
        <p:nvGrpSpPr>
          <p:cNvPr id="145" name="Groupe 144">
            <a:extLst>
              <a:ext uri="{FF2B5EF4-FFF2-40B4-BE49-F238E27FC236}">
                <a16:creationId xmlns:a16="http://schemas.microsoft.com/office/drawing/2014/main" id="{97B5B60E-321D-907F-1919-A84E62BDF815}"/>
              </a:ext>
            </a:extLst>
          </p:cNvPr>
          <p:cNvGrpSpPr/>
          <p:nvPr/>
        </p:nvGrpSpPr>
        <p:grpSpPr>
          <a:xfrm>
            <a:off x="4545815" y="4501256"/>
            <a:ext cx="3092033" cy="889229"/>
            <a:chOff x="3421209" y="2513744"/>
            <a:chExt cx="3042388" cy="889229"/>
          </a:xfrm>
        </p:grpSpPr>
        <p:sp>
          <p:nvSpPr>
            <p:cNvPr id="146" name="Rechteck 3">
              <a:extLst>
                <a:ext uri="{FF2B5EF4-FFF2-40B4-BE49-F238E27FC236}">
                  <a16:creationId xmlns:a16="http://schemas.microsoft.com/office/drawing/2014/main" id="{09F74EED-05D5-728D-9616-C3A29514299F}"/>
                </a:ext>
              </a:extLst>
            </p:cNvPr>
            <p:cNvSpPr>
              <a:spLocks/>
            </p:cNvSpPr>
            <p:nvPr/>
          </p:nvSpPr>
          <p:spPr>
            <a:xfrm>
              <a:off x="3421209" y="2513744"/>
              <a:ext cx="2916433" cy="889229"/>
            </a:xfrm>
            <a:prstGeom prst="rect">
              <a:avLst/>
            </a:prstGeom>
            <a:noFill/>
            <a:ln w="6350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744">
                <a:defRPr/>
              </a:pPr>
              <a:endParaRPr lang="en-US" sz="1600">
                <a:solidFill>
                  <a:srgbClr val="FFFFFF"/>
                </a:solidFill>
                <a:latin typeface="Segoe UI"/>
              </a:endParaRPr>
            </a:p>
          </p:txBody>
        </p:sp>
        <p:grpSp>
          <p:nvGrpSpPr>
            <p:cNvPr id="147" name="Groupe 146">
              <a:extLst>
                <a:ext uri="{FF2B5EF4-FFF2-40B4-BE49-F238E27FC236}">
                  <a16:creationId xmlns:a16="http://schemas.microsoft.com/office/drawing/2014/main" id="{DDA0CB64-D7E1-CD66-AC6A-24C5CAAE4D53}"/>
                </a:ext>
              </a:extLst>
            </p:cNvPr>
            <p:cNvGrpSpPr/>
            <p:nvPr/>
          </p:nvGrpSpPr>
          <p:grpSpPr>
            <a:xfrm>
              <a:off x="4354600" y="2617653"/>
              <a:ext cx="2108997" cy="625890"/>
              <a:chOff x="8107488" y="2325032"/>
              <a:chExt cx="1550825" cy="469562"/>
            </a:xfrm>
          </p:grpSpPr>
          <p:sp>
            <p:nvSpPr>
              <p:cNvPr id="148" name="Textplatzhalter 9">
                <a:extLst>
                  <a:ext uri="{FF2B5EF4-FFF2-40B4-BE49-F238E27FC236}">
                    <a16:creationId xmlns:a16="http://schemas.microsoft.com/office/drawing/2014/main" id="{DD35244A-0260-7D47-399C-FC8296F652B6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07488" y="2325032"/>
                <a:ext cx="1550825" cy="30791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spcBef>
                    <a:spcPts val="0"/>
                  </a:spcBef>
                  <a:defRPr/>
                </a:pPr>
                <a:r>
                  <a:rPr lang="en-US" sz="1600">
                    <a:solidFill>
                      <a:srgbClr val="474E67"/>
                    </a:solidFill>
                    <a:latin typeface="Segoe UI"/>
                  </a:rPr>
                  <a:t>Aurelien SARRAZIN</a:t>
                </a:r>
                <a:endParaRPr lang="en-US"/>
              </a:p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050" b="1">
                    <a:solidFill>
                      <a:srgbClr val="3B87CC"/>
                    </a:solidFill>
                    <a:latin typeface="Segoe UI"/>
                  </a:rPr>
                  <a:t>Team member</a:t>
                </a:r>
                <a:endParaRPr lang="en-US" sz="1050">
                  <a:solidFill>
                    <a:srgbClr val="3B87CC"/>
                  </a:solidFill>
                  <a:latin typeface="Segoe UI"/>
                </a:endParaRPr>
              </a:p>
            </p:txBody>
          </p:sp>
          <p:sp>
            <p:nvSpPr>
              <p:cNvPr id="149" name="Textplatzhalter 9">
                <a:extLst>
                  <a:ext uri="{FF2B5EF4-FFF2-40B4-BE49-F238E27FC236}">
                    <a16:creationId xmlns:a16="http://schemas.microsoft.com/office/drawing/2014/main" id="{6D36A876-41D3-F55C-B05A-7DF47F6B7E68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11639" y="2671397"/>
                <a:ext cx="1437316" cy="123197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050">
                    <a:solidFill>
                      <a:srgbClr val="070E1D"/>
                    </a:solidFill>
                    <a:latin typeface="Segoe UI"/>
                  </a:rPr>
                  <a:t>Product leader</a:t>
                </a:r>
              </a:p>
            </p:txBody>
          </p:sp>
        </p:grpSp>
      </p:grpSp>
      <p:grpSp>
        <p:nvGrpSpPr>
          <p:cNvPr id="150" name="Groupe 149">
            <a:extLst>
              <a:ext uri="{FF2B5EF4-FFF2-40B4-BE49-F238E27FC236}">
                <a16:creationId xmlns:a16="http://schemas.microsoft.com/office/drawing/2014/main" id="{1694030C-4E3C-4583-8520-317DC2E9C658}"/>
              </a:ext>
            </a:extLst>
          </p:cNvPr>
          <p:cNvGrpSpPr/>
          <p:nvPr/>
        </p:nvGrpSpPr>
        <p:grpSpPr>
          <a:xfrm>
            <a:off x="7637848" y="4495652"/>
            <a:ext cx="3092033" cy="889229"/>
            <a:chOff x="3421209" y="2513744"/>
            <a:chExt cx="3042388" cy="889229"/>
          </a:xfrm>
        </p:grpSpPr>
        <p:sp>
          <p:nvSpPr>
            <p:cNvPr id="151" name="Rechteck 3">
              <a:extLst>
                <a:ext uri="{FF2B5EF4-FFF2-40B4-BE49-F238E27FC236}">
                  <a16:creationId xmlns:a16="http://schemas.microsoft.com/office/drawing/2014/main" id="{03987248-3240-D58F-E222-E7ACD468B97B}"/>
                </a:ext>
              </a:extLst>
            </p:cNvPr>
            <p:cNvSpPr>
              <a:spLocks/>
            </p:cNvSpPr>
            <p:nvPr/>
          </p:nvSpPr>
          <p:spPr>
            <a:xfrm>
              <a:off x="3421209" y="2513744"/>
              <a:ext cx="2916433" cy="889229"/>
            </a:xfrm>
            <a:prstGeom prst="rect">
              <a:avLst/>
            </a:prstGeom>
            <a:noFill/>
            <a:ln w="6350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744">
                <a:defRPr/>
              </a:pPr>
              <a:endParaRPr lang="en-US" sz="1600">
                <a:solidFill>
                  <a:srgbClr val="FFFFFF"/>
                </a:solidFill>
                <a:latin typeface="Segoe UI"/>
              </a:endParaRPr>
            </a:p>
          </p:txBody>
        </p:sp>
        <p:grpSp>
          <p:nvGrpSpPr>
            <p:cNvPr id="152" name="Groupe 151">
              <a:extLst>
                <a:ext uri="{FF2B5EF4-FFF2-40B4-BE49-F238E27FC236}">
                  <a16:creationId xmlns:a16="http://schemas.microsoft.com/office/drawing/2014/main" id="{3AC79FA6-D996-180E-4D2C-4D5B9559A786}"/>
                </a:ext>
              </a:extLst>
            </p:cNvPr>
            <p:cNvGrpSpPr/>
            <p:nvPr/>
          </p:nvGrpSpPr>
          <p:grpSpPr>
            <a:xfrm>
              <a:off x="4354600" y="2617653"/>
              <a:ext cx="2108997" cy="625890"/>
              <a:chOff x="8107488" y="2325032"/>
              <a:chExt cx="1550825" cy="469562"/>
            </a:xfrm>
          </p:grpSpPr>
          <p:sp>
            <p:nvSpPr>
              <p:cNvPr id="153" name="Textplatzhalter 9">
                <a:extLst>
                  <a:ext uri="{FF2B5EF4-FFF2-40B4-BE49-F238E27FC236}">
                    <a16:creationId xmlns:a16="http://schemas.microsoft.com/office/drawing/2014/main" id="{C1C8FBC6-B5C6-171A-55ED-89EF2EFB7C13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07488" y="2325032"/>
                <a:ext cx="1550825" cy="305947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600">
                    <a:solidFill>
                      <a:srgbClr val="474E67"/>
                    </a:solidFill>
                    <a:latin typeface="Segoe UI"/>
                  </a:rPr>
                  <a:t>Oriane SUARD</a:t>
                </a:r>
              </a:p>
              <a:p>
                <a:pPr defTabSz="1218744">
                  <a:spcBef>
                    <a:spcPts val="0"/>
                  </a:spcBef>
                  <a:defRPr/>
                </a:pPr>
                <a:r>
                  <a:rPr lang="en-US" sz="1050" b="1">
                    <a:solidFill>
                      <a:srgbClr val="3B87CC"/>
                    </a:solidFill>
                    <a:latin typeface="Segoe UI"/>
                  </a:rPr>
                  <a:t>Team member</a:t>
                </a:r>
                <a:endParaRPr lang="en-US" sz="1050">
                  <a:solidFill>
                    <a:srgbClr val="3B87CC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54" name="Textplatzhalter 9">
                <a:extLst>
                  <a:ext uri="{FF2B5EF4-FFF2-40B4-BE49-F238E27FC236}">
                    <a16:creationId xmlns:a16="http://schemas.microsoft.com/office/drawing/2014/main" id="{E7E6E338-93E8-3271-0C58-D46B54F5DC8A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11639" y="2671397"/>
                <a:ext cx="1437316" cy="123197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050">
                    <a:solidFill>
                      <a:srgbClr val="070E1D"/>
                    </a:solidFill>
                    <a:latin typeface="Segoe UI"/>
                  </a:rPr>
                  <a:t>Quality</a:t>
                </a:r>
                <a:endParaRPr lang="en-US" sz="800">
                  <a:solidFill>
                    <a:srgbClr val="070E1D"/>
                  </a:solidFill>
                  <a:latin typeface="Segoe UI"/>
                </a:endParaRPr>
              </a:p>
            </p:txBody>
          </p:sp>
        </p:grpSp>
      </p:grpSp>
      <p:grpSp>
        <p:nvGrpSpPr>
          <p:cNvPr id="155" name="Groupe 154">
            <a:extLst>
              <a:ext uri="{FF2B5EF4-FFF2-40B4-BE49-F238E27FC236}">
                <a16:creationId xmlns:a16="http://schemas.microsoft.com/office/drawing/2014/main" id="{4182597E-6C32-FF43-D263-A60DF2C4458B}"/>
              </a:ext>
            </a:extLst>
          </p:cNvPr>
          <p:cNvGrpSpPr/>
          <p:nvPr/>
        </p:nvGrpSpPr>
        <p:grpSpPr>
          <a:xfrm>
            <a:off x="1433442" y="5499753"/>
            <a:ext cx="3092033" cy="889229"/>
            <a:chOff x="3421209" y="2513744"/>
            <a:chExt cx="3042388" cy="889229"/>
          </a:xfrm>
        </p:grpSpPr>
        <p:sp>
          <p:nvSpPr>
            <p:cNvPr id="156" name="Rechteck 3">
              <a:extLst>
                <a:ext uri="{FF2B5EF4-FFF2-40B4-BE49-F238E27FC236}">
                  <a16:creationId xmlns:a16="http://schemas.microsoft.com/office/drawing/2014/main" id="{EF24228F-15E9-B1E0-7574-8432DC376856}"/>
                </a:ext>
              </a:extLst>
            </p:cNvPr>
            <p:cNvSpPr>
              <a:spLocks/>
            </p:cNvSpPr>
            <p:nvPr/>
          </p:nvSpPr>
          <p:spPr>
            <a:xfrm>
              <a:off x="3421209" y="2513744"/>
              <a:ext cx="2916433" cy="889229"/>
            </a:xfrm>
            <a:prstGeom prst="rect">
              <a:avLst/>
            </a:prstGeom>
            <a:noFill/>
            <a:ln w="6350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744">
                <a:defRPr/>
              </a:pPr>
              <a:endParaRPr lang="en-US" sz="1600">
                <a:solidFill>
                  <a:srgbClr val="FFFFFF"/>
                </a:solidFill>
                <a:latin typeface="Segoe UI"/>
              </a:endParaRPr>
            </a:p>
          </p:txBody>
        </p:sp>
        <p:grpSp>
          <p:nvGrpSpPr>
            <p:cNvPr id="157" name="Groupe 156">
              <a:extLst>
                <a:ext uri="{FF2B5EF4-FFF2-40B4-BE49-F238E27FC236}">
                  <a16:creationId xmlns:a16="http://schemas.microsoft.com/office/drawing/2014/main" id="{19878206-9470-A363-0E9D-09DC38B90F81}"/>
                </a:ext>
              </a:extLst>
            </p:cNvPr>
            <p:cNvGrpSpPr/>
            <p:nvPr/>
          </p:nvGrpSpPr>
          <p:grpSpPr>
            <a:xfrm>
              <a:off x="4354600" y="2617653"/>
              <a:ext cx="2108997" cy="625890"/>
              <a:chOff x="8107488" y="2325032"/>
              <a:chExt cx="1550825" cy="469562"/>
            </a:xfrm>
          </p:grpSpPr>
          <p:sp>
            <p:nvSpPr>
              <p:cNvPr id="158" name="Textplatzhalter 9">
                <a:extLst>
                  <a:ext uri="{FF2B5EF4-FFF2-40B4-BE49-F238E27FC236}">
                    <a16:creationId xmlns:a16="http://schemas.microsoft.com/office/drawing/2014/main" id="{AF135068-3F53-0D4E-20B7-51A237E36E12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07488" y="2325032"/>
                <a:ext cx="1550825" cy="305947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spcBef>
                    <a:spcPts val="0"/>
                  </a:spcBef>
                  <a:defRPr/>
                </a:pPr>
                <a:r>
                  <a:rPr lang="en-US" sz="1600">
                    <a:solidFill>
                      <a:srgbClr val="474E67"/>
                    </a:solidFill>
                    <a:latin typeface="Segoe UI"/>
                    <a:cs typeface="Segoe UI"/>
                  </a:rPr>
                  <a:t>Maxime NAUD</a:t>
                </a:r>
                <a:endParaRPr lang="en-US"/>
              </a:p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050" b="1">
                    <a:solidFill>
                      <a:srgbClr val="3B87CC"/>
                    </a:solidFill>
                    <a:latin typeface="Segoe UI"/>
                  </a:rPr>
                  <a:t>Team member / Fresh eye</a:t>
                </a:r>
                <a:endParaRPr lang="en-US" sz="1050">
                  <a:solidFill>
                    <a:srgbClr val="3B87CC"/>
                  </a:solidFill>
                  <a:latin typeface="Segoe UI"/>
                </a:endParaRPr>
              </a:p>
            </p:txBody>
          </p:sp>
          <p:sp>
            <p:nvSpPr>
              <p:cNvPr id="159" name="Textplatzhalter 9">
                <a:extLst>
                  <a:ext uri="{FF2B5EF4-FFF2-40B4-BE49-F238E27FC236}">
                    <a16:creationId xmlns:a16="http://schemas.microsoft.com/office/drawing/2014/main" id="{D2E0A1DB-27BE-CF13-6A2C-60EAC12E43C9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11639" y="2671397"/>
                <a:ext cx="1437316" cy="123197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spcBef>
                    <a:spcPts val="0"/>
                  </a:spcBef>
                  <a:defRPr/>
                </a:pPr>
                <a:r>
                  <a:rPr lang="en-US" sz="1050">
                    <a:solidFill>
                      <a:srgbClr val="070E1D"/>
                    </a:solidFill>
                    <a:latin typeface="Segoe UI"/>
                    <a:cs typeface="Segoe UI"/>
                  </a:rPr>
                  <a:t>Supply Chain Leader</a:t>
                </a:r>
                <a:endParaRPr lang="en-US"/>
              </a:p>
            </p:txBody>
          </p:sp>
        </p:grpSp>
      </p:grpSp>
      <p:grpSp>
        <p:nvGrpSpPr>
          <p:cNvPr id="160" name="Groupe 159">
            <a:extLst>
              <a:ext uri="{FF2B5EF4-FFF2-40B4-BE49-F238E27FC236}">
                <a16:creationId xmlns:a16="http://schemas.microsoft.com/office/drawing/2014/main" id="{1342BFD3-7448-85A7-0081-22153F767766}"/>
              </a:ext>
            </a:extLst>
          </p:cNvPr>
          <p:cNvGrpSpPr/>
          <p:nvPr/>
        </p:nvGrpSpPr>
        <p:grpSpPr>
          <a:xfrm>
            <a:off x="4534374" y="5500521"/>
            <a:ext cx="3092033" cy="889229"/>
            <a:chOff x="3421209" y="2513744"/>
            <a:chExt cx="3042388" cy="889229"/>
          </a:xfrm>
        </p:grpSpPr>
        <p:sp>
          <p:nvSpPr>
            <p:cNvPr id="161" name="Rechteck 3">
              <a:extLst>
                <a:ext uri="{FF2B5EF4-FFF2-40B4-BE49-F238E27FC236}">
                  <a16:creationId xmlns:a16="http://schemas.microsoft.com/office/drawing/2014/main" id="{8F0D06E5-2F0B-1457-437B-B71EF6986B07}"/>
                </a:ext>
              </a:extLst>
            </p:cNvPr>
            <p:cNvSpPr>
              <a:spLocks/>
            </p:cNvSpPr>
            <p:nvPr/>
          </p:nvSpPr>
          <p:spPr>
            <a:xfrm>
              <a:off x="3421209" y="2513744"/>
              <a:ext cx="2916433" cy="889229"/>
            </a:xfrm>
            <a:prstGeom prst="rect">
              <a:avLst/>
            </a:prstGeom>
            <a:noFill/>
            <a:ln w="6350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744">
                <a:defRPr/>
              </a:pPr>
              <a:endParaRPr lang="en-US" sz="1600">
                <a:solidFill>
                  <a:srgbClr val="FFFFFF"/>
                </a:solidFill>
                <a:latin typeface="Segoe UI"/>
              </a:endParaRPr>
            </a:p>
          </p:txBody>
        </p:sp>
        <p:grpSp>
          <p:nvGrpSpPr>
            <p:cNvPr id="162" name="Groupe 161">
              <a:extLst>
                <a:ext uri="{FF2B5EF4-FFF2-40B4-BE49-F238E27FC236}">
                  <a16:creationId xmlns:a16="http://schemas.microsoft.com/office/drawing/2014/main" id="{A930E515-F132-E636-D82A-C740149CBA65}"/>
                </a:ext>
              </a:extLst>
            </p:cNvPr>
            <p:cNvGrpSpPr/>
            <p:nvPr/>
          </p:nvGrpSpPr>
          <p:grpSpPr>
            <a:xfrm>
              <a:off x="4354600" y="2617653"/>
              <a:ext cx="2108997" cy="625890"/>
              <a:chOff x="8107488" y="2325032"/>
              <a:chExt cx="1550825" cy="469562"/>
            </a:xfrm>
          </p:grpSpPr>
          <p:sp>
            <p:nvSpPr>
              <p:cNvPr id="163" name="Textplatzhalter 9">
                <a:extLst>
                  <a:ext uri="{FF2B5EF4-FFF2-40B4-BE49-F238E27FC236}">
                    <a16:creationId xmlns:a16="http://schemas.microsoft.com/office/drawing/2014/main" id="{8EF676C7-1352-6D45-7B41-C38E979441DE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07488" y="2325032"/>
                <a:ext cx="1550825" cy="30791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spcBef>
                    <a:spcPts val="0"/>
                  </a:spcBef>
                  <a:defRPr/>
                </a:pPr>
                <a:r>
                  <a:rPr lang="en-US" sz="1600">
                    <a:solidFill>
                      <a:srgbClr val="474E67"/>
                    </a:solidFill>
                    <a:latin typeface="Segoe UI"/>
                  </a:rPr>
                  <a:t>Sofiane HIMER</a:t>
                </a:r>
                <a:endParaRPr lang="en-US"/>
              </a:p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067" b="1">
                    <a:solidFill>
                      <a:srgbClr val="3B87CC"/>
                    </a:solidFill>
                    <a:latin typeface="Segoe UI"/>
                  </a:rPr>
                  <a:t>Team member / Fresh Eye</a:t>
                </a:r>
                <a:endParaRPr lang="en-US" sz="1067">
                  <a:solidFill>
                    <a:srgbClr val="3B87CC"/>
                  </a:solidFill>
                  <a:latin typeface="Segoe UI"/>
                </a:endParaRPr>
              </a:p>
            </p:txBody>
          </p:sp>
          <p:sp>
            <p:nvSpPr>
              <p:cNvPr id="164" name="Textplatzhalter 9">
                <a:extLst>
                  <a:ext uri="{FF2B5EF4-FFF2-40B4-BE49-F238E27FC236}">
                    <a16:creationId xmlns:a16="http://schemas.microsoft.com/office/drawing/2014/main" id="{34B82760-3A47-4FFE-75F0-DD458B7CF692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11639" y="2671397"/>
                <a:ext cx="1437316" cy="123197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050">
                    <a:solidFill>
                      <a:srgbClr val="070E1D"/>
                    </a:solidFill>
                    <a:latin typeface="Segoe UI"/>
                  </a:rPr>
                  <a:t>Finance Repair leader</a:t>
                </a:r>
                <a:endParaRPr lang="en-US" sz="800">
                  <a:solidFill>
                    <a:srgbClr val="070E1D"/>
                  </a:solidFill>
                  <a:latin typeface="Segoe UI"/>
                </a:endParaRPr>
              </a:p>
            </p:txBody>
          </p:sp>
        </p:grpSp>
      </p:grpSp>
      <p:grpSp>
        <p:nvGrpSpPr>
          <p:cNvPr id="166" name="Groupe 165">
            <a:extLst>
              <a:ext uri="{FF2B5EF4-FFF2-40B4-BE49-F238E27FC236}">
                <a16:creationId xmlns:a16="http://schemas.microsoft.com/office/drawing/2014/main" id="{F51F8CC2-82CF-F4C6-63E6-4452B71DBD21}"/>
              </a:ext>
            </a:extLst>
          </p:cNvPr>
          <p:cNvGrpSpPr/>
          <p:nvPr/>
        </p:nvGrpSpPr>
        <p:grpSpPr>
          <a:xfrm>
            <a:off x="7635306" y="5499752"/>
            <a:ext cx="3092033" cy="889229"/>
            <a:chOff x="3421209" y="2513744"/>
            <a:chExt cx="3042388" cy="889229"/>
          </a:xfrm>
        </p:grpSpPr>
        <p:sp>
          <p:nvSpPr>
            <p:cNvPr id="167" name="Rechteck 3">
              <a:extLst>
                <a:ext uri="{FF2B5EF4-FFF2-40B4-BE49-F238E27FC236}">
                  <a16:creationId xmlns:a16="http://schemas.microsoft.com/office/drawing/2014/main" id="{68BB2BA4-E7F5-E10E-EDF0-B77104B1EC5A}"/>
                </a:ext>
              </a:extLst>
            </p:cNvPr>
            <p:cNvSpPr>
              <a:spLocks/>
            </p:cNvSpPr>
            <p:nvPr/>
          </p:nvSpPr>
          <p:spPr>
            <a:xfrm>
              <a:off x="3421209" y="2513744"/>
              <a:ext cx="2916433" cy="889229"/>
            </a:xfrm>
            <a:prstGeom prst="rect">
              <a:avLst/>
            </a:prstGeom>
            <a:noFill/>
            <a:ln w="6350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744">
                <a:defRPr/>
              </a:pPr>
              <a:endParaRPr lang="en-US" sz="1600">
                <a:solidFill>
                  <a:srgbClr val="FFFFFF"/>
                </a:solidFill>
                <a:latin typeface="Segoe UI"/>
              </a:endParaRPr>
            </a:p>
          </p:txBody>
        </p:sp>
        <p:grpSp>
          <p:nvGrpSpPr>
            <p:cNvPr id="168" name="Groupe 167">
              <a:extLst>
                <a:ext uri="{FF2B5EF4-FFF2-40B4-BE49-F238E27FC236}">
                  <a16:creationId xmlns:a16="http://schemas.microsoft.com/office/drawing/2014/main" id="{520BD38A-FC33-5550-5721-2FD8B218FEDF}"/>
                </a:ext>
              </a:extLst>
            </p:cNvPr>
            <p:cNvGrpSpPr/>
            <p:nvPr/>
          </p:nvGrpSpPr>
          <p:grpSpPr>
            <a:xfrm>
              <a:off x="4354600" y="2617653"/>
              <a:ext cx="2108997" cy="625890"/>
              <a:chOff x="8107488" y="2325032"/>
              <a:chExt cx="1550825" cy="469562"/>
            </a:xfrm>
          </p:grpSpPr>
          <p:sp>
            <p:nvSpPr>
              <p:cNvPr id="169" name="Textplatzhalter 9">
                <a:extLst>
                  <a:ext uri="{FF2B5EF4-FFF2-40B4-BE49-F238E27FC236}">
                    <a16:creationId xmlns:a16="http://schemas.microsoft.com/office/drawing/2014/main" id="{6AB5DE9F-F6D9-89D8-9658-E8DAC02D48EA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07488" y="2325032"/>
                <a:ext cx="1550825" cy="30791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600">
                    <a:solidFill>
                      <a:srgbClr val="474E67"/>
                    </a:solidFill>
                    <a:latin typeface="Segoe UI"/>
                  </a:rPr>
                  <a:t>Isidra GUZMAN</a:t>
                </a:r>
                <a:endParaRPr lang="en-US" sz="1600">
                  <a:solidFill>
                    <a:srgbClr val="474E67"/>
                  </a:solidFill>
                  <a:latin typeface="Segoe UI"/>
                  <a:cs typeface="Segoe UI"/>
                </a:endParaRPr>
              </a:p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050" b="1">
                    <a:solidFill>
                      <a:srgbClr val="3B87CC"/>
                    </a:solidFill>
                    <a:latin typeface="Segoe UI"/>
                  </a:rPr>
                  <a:t>Team member / Fresh Eye</a:t>
                </a:r>
                <a:endParaRPr lang="en-US" sz="1050">
                  <a:solidFill>
                    <a:srgbClr val="3B87CC"/>
                  </a:solidFill>
                  <a:latin typeface="Segoe UI"/>
                </a:endParaRPr>
              </a:p>
            </p:txBody>
          </p:sp>
          <p:sp>
            <p:nvSpPr>
              <p:cNvPr id="170" name="Textplatzhalter 9">
                <a:extLst>
                  <a:ext uri="{FF2B5EF4-FFF2-40B4-BE49-F238E27FC236}">
                    <a16:creationId xmlns:a16="http://schemas.microsoft.com/office/drawing/2014/main" id="{E52EB7EF-E9A5-1D9D-37D9-CC452164F871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8111639" y="2671397"/>
                <a:ext cx="1437316" cy="123197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 anchor="t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8744">
                  <a:spcBef>
                    <a:spcPts val="0"/>
                  </a:spcBef>
                  <a:buClr>
                    <a:srgbClr val="000000"/>
                  </a:buClr>
                  <a:defRPr/>
                </a:pPr>
                <a:r>
                  <a:rPr lang="en-US" sz="1050">
                    <a:solidFill>
                      <a:srgbClr val="070E1D"/>
                    </a:solidFill>
                    <a:latin typeface="Segoe UI"/>
                  </a:rPr>
                  <a:t>Improvement leader</a:t>
                </a:r>
              </a:p>
            </p:txBody>
          </p:sp>
        </p:grpSp>
      </p:grpSp>
      <p:pic>
        <p:nvPicPr>
          <p:cNvPr id="171" name="Image 170">
            <a:extLst>
              <a:ext uri="{FF2B5EF4-FFF2-40B4-BE49-F238E27FC236}">
                <a16:creationId xmlns:a16="http://schemas.microsoft.com/office/drawing/2014/main" id="{3C0C3709-DA50-1B41-E366-84D66A5AC6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49" y="4584975"/>
            <a:ext cx="729667" cy="729667"/>
          </a:xfrm>
          <a:prstGeom prst="rect">
            <a:avLst/>
          </a:prstGeom>
        </p:spPr>
      </p:pic>
      <p:pic>
        <p:nvPicPr>
          <p:cNvPr id="172" name="Image 171">
            <a:extLst>
              <a:ext uri="{FF2B5EF4-FFF2-40B4-BE49-F238E27FC236}">
                <a16:creationId xmlns:a16="http://schemas.microsoft.com/office/drawing/2014/main" id="{464950DE-BDB0-8B00-A341-7C55B1285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251" y="5582361"/>
            <a:ext cx="729667" cy="729667"/>
          </a:xfrm>
          <a:prstGeom prst="rect">
            <a:avLst/>
          </a:prstGeom>
        </p:spPr>
      </p:pic>
      <p:pic>
        <p:nvPicPr>
          <p:cNvPr id="173" name="Image 172">
            <a:extLst>
              <a:ext uri="{FF2B5EF4-FFF2-40B4-BE49-F238E27FC236}">
                <a16:creationId xmlns:a16="http://schemas.microsoft.com/office/drawing/2014/main" id="{A118E85E-132B-4AEE-C60A-300F0C5EE0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5319" y="5571067"/>
            <a:ext cx="729667" cy="729667"/>
          </a:xfrm>
          <a:prstGeom prst="rect">
            <a:avLst/>
          </a:prstGeom>
        </p:spPr>
      </p:pic>
      <p:pic>
        <p:nvPicPr>
          <p:cNvPr id="174" name="Image 173">
            <a:extLst>
              <a:ext uri="{FF2B5EF4-FFF2-40B4-BE49-F238E27FC236}">
                <a16:creationId xmlns:a16="http://schemas.microsoft.com/office/drawing/2014/main" id="{646CEEFC-7735-D58F-BCCE-1B80CB440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8792" y="4575432"/>
            <a:ext cx="729667" cy="729667"/>
          </a:xfrm>
          <a:prstGeom prst="rect">
            <a:avLst/>
          </a:prstGeom>
        </p:spPr>
      </p:pic>
      <p:pic>
        <p:nvPicPr>
          <p:cNvPr id="175" name="Image 174">
            <a:extLst>
              <a:ext uri="{FF2B5EF4-FFF2-40B4-BE49-F238E27FC236}">
                <a16:creationId xmlns:a16="http://schemas.microsoft.com/office/drawing/2014/main" id="{C63DF8AA-00E4-4D6B-6C88-244D364B98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8793" y="3570932"/>
            <a:ext cx="729667" cy="729667"/>
          </a:xfrm>
          <a:prstGeom prst="rect">
            <a:avLst/>
          </a:prstGeom>
        </p:spPr>
      </p:pic>
      <p:pic>
        <p:nvPicPr>
          <p:cNvPr id="176" name="Image 175">
            <a:extLst>
              <a:ext uri="{FF2B5EF4-FFF2-40B4-BE49-F238E27FC236}">
                <a16:creationId xmlns:a16="http://schemas.microsoft.com/office/drawing/2014/main" id="{14D12CA5-490F-C082-3773-5CE2239DE7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644" y="2589875"/>
            <a:ext cx="729667" cy="7296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CB59995-6D55-BDE6-5AA3-96DD91877AE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-1471" b="1370"/>
          <a:stretch>
            <a:fillRect/>
          </a:stretch>
        </p:blipFill>
        <p:spPr>
          <a:xfrm>
            <a:off x="7704150" y="5515377"/>
            <a:ext cx="773205" cy="807929"/>
          </a:xfrm>
          <a:prstGeom prst="rect">
            <a:avLst/>
          </a:prstGeom>
        </p:spPr>
      </p:pic>
      <p:pic>
        <p:nvPicPr>
          <p:cNvPr id="4" name="Image 3" descr="ORTIS MONVILLE Corinne (SAFRAN AIRCRAFT ENGINES)">
            <a:extLst>
              <a:ext uri="{FF2B5EF4-FFF2-40B4-BE49-F238E27FC236}">
                <a16:creationId xmlns:a16="http://schemas.microsoft.com/office/drawing/2014/main" id="{225D849C-F1B2-33DB-84F8-D773BDB2B2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5642" y="1608650"/>
            <a:ext cx="764804" cy="764804"/>
          </a:xfrm>
          <a:prstGeom prst="rect">
            <a:avLst/>
          </a:prstGeom>
        </p:spPr>
      </p:pic>
      <p:pic>
        <p:nvPicPr>
          <p:cNvPr id="5" name="Image 4" descr="BECCARDI Thomas (SAFRAN AIRCRAFT ENGINES)">
            <a:extLst>
              <a:ext uri="{FF2B5EF4-FFF2-40B4-BE49-F238E27FC236}">
                <a16:creationId xmlns:a16="http://schemas.microsoft.com/office/drawing/2014/main" id="{D511CCEA-A29F-495C-37E4-74AE439924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8272" y="671342"/>
            <a:ext cx="764804" cy="764804"/>
          </a:xfrm>
          <a:prstGeom prst="rect">
            <a:avLst/>
          </a:prstGeom>
        </p:spPr>
      </p:pic>
      <p:pic>
        <p:nvPicPr>
          <p:cNvPr id="7" name="Image 6" descr="MIRABEL Benoit (SAFRAN AIRCRAFT ENGINES)">
            <a:extLst>
              <a:ext uri="{FF2B5EF4-FFF2-40B4-BE49-F238E27FC236}">
                <a16:creationId xmlns:a16="http://schemas.microsoft.com/office/drawing/2014/main" id="{F1566007-133B-6EB7-253F-A889B62F0A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1847" y="634710"/>
            <a:ext cx="764804" cy="764804"/>
          </a:xfrm>
          <a:prstGeom prst="rect">
            <a:avLst/>
          </a:prstGeom>
        </p:spPr>
      </p:pic>
      <p:pic>
        <p:nvPicPr>
          <p:cNvPr id="9" name="Image 8" descr="MAIA DA COSTA Maxime (SAFRAN AIRCRAFT ENGINES)">
            <a:extLst>
              <a:ext uri="{FF2B5EF4-FFF2-40B4-BE49-F238E27FC236}">
                <a16:creationId xmlns:a16="http://schemas.microsoft.com/office/drawing/2014/main" id="{3CCD3300-F420-D0A3-AE51-BD44EFC6B9A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45889" y="2602090"/>
            <a:ext cx="764804" cy="764804"/>
          </a:xfrm>
          <a:prstGeom prst="rect">
            <a:avLst/>
          </a:prstGeom>
        </p:spPr>
      </p:pic>
      <p:pic>
        <p:nvPicPr>
          <p:cNvPr id="10" name="Image 9" descr="LOUIS Julien (SAFRAN AIRCRAFT ENGINES)">
            <a:extLst>
              <a:ext uri="{FF2B5EF4-FFF2-40B4-BE49-F238E27FC236}">
                <a16:creationId xmlns:a16="http://schemas.microsoft.com/office/drawing/2014/main" id="{DE7475D3-FC94-88C9-63DB-689810BA95D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9040" y="1615243"/>
            <a:ext cx="764804" cy="764804"/>
          </a:xfrm>
          <a:prstGeom prst="rect">
            <a:avLst/>
          </a:prstGeom>
        </p:spPr>
      </p:pic>
      <p:pic>
        <p:nvPicPr>
          <p:cNvPr id="11" name="Image 10" descr="EVRARD Martin (SAFRAN AIRCRAFT ENGINES)">
            <a:extLst>
              <a:ext uri="{FF2B5EF4-FFF2-40B4-BE49-F238E27FC236}">
                <a16:creationId xmlns:a16="http://schemas.microsoft.com/office/drawing/2014/main" id="{7FFD11AD-6860-038E-AE76-BBBDB77F2B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42162" y="2568789"/>
            <a:ext cx="764804" cy="764804"/>
          </a:xfrm>
          <a:prstGeom prst="rect">
            <a:avLst/>
          </a:prstGeom>
        </p:spPr>
      </p:pic>
      <p:pic>
        <p:nvPicPr>
          <p:cNvPr id="19" name="Image 18" descr="PAIN Manuel (SAFRAN AIRCRAFT ENGINES)">
            <a:extLst>
              <a:ext uri="{FF2B5EF4-FFF2-40B4-BE49-F238E27FC236}">
                <a16:creationId xmlns:a16="http://schemas.microsoft.com/office/drawing/2014/main" id="{D7D6F5A8-6062-2830-1BF1-8BE6A5EBB97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00961" y="3595061"/>
            <a:ext cx="764804" cy="764804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D3598632-8FAA-03DB-6EF1-4EF214312A5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32185" y="3593971"/>
            <a:ext cx="781698" cy="764804"/>
          </a:xfrm>
          <a:prstGeom prst="rect">
            <a:avLst/>
          </a:prstGeom>
        </p:spPr>
      </p:pic>
      <p:pic>
        <p:nvPicPr>
          <p:cNvPr id="20" name="Picture 19" descr="SARRAZIN Aurelien (SAFRAN AIRCRAFT ENGINES)">
            <a:extLst>
              <a:ext uri="{FF2B5EF4-FFF2-40B4-BE49-F238E27FC236}">
                <a16:creationId xmlns:a16="http://schemas.microsoft.com/office/drawing/2014/main" id="{E96AA50A-136A-C59D-84D9-4316F377426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21696" y="4572000"/>
            <a:ext cx="727986" cy="717826"/>
          </a:xfrm>
          <a:prstGeom prst="rect">
            <a:avLst/>
          </a:prstGeom>
        </p:spPr>
      </p:pic>
      <p:pic>
        <p:nvPicPr>
          <p:cNvPr id="22" name="Picture 21" descr="SUARD Oriane (SAFRAN AIRCRAFT ENGINES)">
            <a:extLst>
              <a:ext uri="{FF2B5EF4-FFF2-40B4-BE49-F238E27FC236}">
                <a16:creationId xmlns:a16="http://schemas.microsoft.com/office/drawing/2014/main" id="{C1D9C81F-A377-FE21-3E2D-7405E981F7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35957" y="4572000"/>
            <a:ext cx="706783" cy="728870"/>
          </a:xfrm>
          <a:prstGeom prst="rect">
            <a:avLst/>
          </a:prstGeom>
        </p:spPr>
      </p:pic>
      <p:pic>
        <p:nvPicPr>
          <p:cNvPr id="23" name="Picture 22" descr="HIMER Sofiane (SAFRAN AIRCRAFT ENGINES)">
            <a:extLst>
              <a:ext uri="{FF2B5EF4-FFF2-40B4-BE49-F238E27FC236}">
                <a16:creationId xmlns:a16="http://schemas.microsoft.com/office/drawing/2014/main" id="{127AC2EA-BC90-5200-3F33-371154F8A3F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54826" y="5565913"/>
            <a:ext cx="695740" cy="706783"/>
          </a:xfrm>
          <a:prstGeom prst="rect">
            <a:avLst/>
          </a:prstGeom>
        </p:spPr>
      </p:pic>
      <p:pic>
        <p:nvPicPr>
          <p:cNvPr id="24" name="Picture 23" descr="NAUD Maxime (SAFRAN AIRCRAFT ENGINES)">
            <a:extLst>
              <a:ext uri="{FF2B5EF4-FFF2-40B4-BE49-F238E27FC236}">
                <a16:creationId xmlns:a16="http://schemas.microsoft.com/office/drawing/2014/main" id="{6503E2B1-9277-0662-954A-4A06B87194F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0565" y="5565913"/>
            <a:ext cx="728870" cy="739914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8BC6BE24-1DDE-7CD9-1E7A-6A012106AC31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b="6228"/>
          <a:stretch>
            <a:fillRect/>
          </a:stretch>
        </p:blipFill>
        <p:spPr>
          <a:xfrm>
            <a:off x="4630008" y="2555181"/>
            <a:ext cx="729667" cy="79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51426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Espace réservé du pied de page 5"/>
          <p:cNvSpPr txBox="1"/>
          <p:nvPr/>
        </p:nvSpPr>
        <p:spPr>
          <a:xfrm>
            <a:off x="77234" y="6274199"/>
            <a:ext cx="8819629" cy="256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40" rIns="60940" anchor="ctr">
            <a:spAutoFit/>
          </a:bodyPr>
          <a:lstStyle>
            <a:lvl1pPr>
              <a:defRPr sz="800">
                <a:solidFill>
                  <a:srgbClr val="B1B0BB"/>
                </a:solidFill>
              </a:defRPr>
            </a:lvl1pPr>
          </a:lstStyle>
          <a:p>
            <a:pPr defTabSz="1218804" hangingPunct="0">
              <a:defRPr/>
            </a:pPr>
            <a:r>
              <a:rPr lang="fr-FR" sz="1066" kern="0">
                <a:latin typeface="Segoe UI"/>
                <a:cs typeface="Segoe UI"/>
                <a:sym typeface="Segoe UI"/>
              </a:rPr>
              <a:t>Site / Date</a:t>
            </a:r>
          </a:p>
        </p:txBody>
      </p:sp>
      <p:sp>
        <p:nvSpPr>
          <p:cNvPr id="602" name="Espace réservé du numéro de diapositive 13"/>
          <p:cNvSpPr txBox="1">
            <a:spLocks noGrp="1"/>
          </p:cNvSpPr>
          <p:nvPr>
            <p:ph type="sldNum" sz="quarter" idx="2"/>
          </p:nvPr>
        </p:nvSpPr>
        <p:spPr>
          <a:xfrm>
            <a:off x="401771" y="6358328"/>
            <a:ext cx="78548" cy="16401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defTabSz="1218804" hangingPunct="0">
              <a:defRPr/>
            </a:pPr>
            <a:fld id="{86CB4B4D-7CA3-9044-876B-883B54F8677D}" type="slidenum">
              <a:rPr kern="0">
                <a:latin typeface="Segoe UI"/>
                <a:cs typeface="Segoe UI"/>
                <a:sym typeface="Segoe UI"/>
              </a:rPr>
              <a:pPr defTabSz="1218804" hangingPunct="0">
                <a:defRPr/>
              </a:pPr>
              <a:t>3</a:t>
            </a:fld>
            <a:endParaRPr kern="0">
              <a:latin typeface="Segoe UI"/>
              <a:cs typeface="Segoe UI"/>
              <a:sym typeface="Segoe UI"/>
            </a:endParaRPr>
          </a:p>
        </p:txBody>
      </p:sp>
      <p:sp>
        <p:nvSpPr>
          <p:cNvPr id="605" name="Titre 3"/>
          <p:cNvSpPr txBox="1">
            <a:spLocks noGrp="1"/>
          </p:cNvSpPr>
          <p:nvPr>
            <p:ph type="title"/>
          </p:nvPr>
        </p:nvSpPr>
        <p:spPr>
          <a:xfrm>
            <a:off x="395393" y="257430"/>
            <a:ext cx="11409777" cy="56921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fr-FR" sz="2400"/>
              <a:t>Team #3 : Lead Time Reduction for Non </a:t>
            </a:r>
            <a:r>
              <a:rPr lang="fr-FR" sz="2400" err="1"/>
              <a:t>conformity</a:t>
            </a:r>
            <a:r>
              <a:rPr lang="fr-FR" sz="2400"/>
              <a:t> </a:t>
            </a:r>
            <a:r>
              <a:rPr lang="fr-FR" sz="2400" err="1"/>
              <a:t>treatment</a:t>
            </a:r>
            <a:r>
              <a:rPr lang="fr-FR" sz="2400"/>
              <a:t> (NNC)</a:t>
            </a:r>
            <a:br>
              <a:rPr lang="fr-FR" sz="2400"/>
            </a:br>
            <a:r>
              <a:rPr lang="fr-FR" sz="2400" err="1"/>
              <a:t>Problem</a:t>
            </a:r>
            <a:r>
              <a:rPr lang="fr-FR" sz="2400"/>
              <a:t> Description / 6 pack</a:t>
            </a:r>
            <a:endParaRPr sz="2000" b="0"/>
          </a:p>
        </p:txBody>
      </p:sp>
      <p:sp>
        <p:nvSpPr>
          <p:cNvPr id="3" name="ZoneTexte 2"/>
          <p:cNvSpPr txBox="1"/>
          <p:nvPr/>
        </p:nvSpPr>
        <p:spPr>
          <a:xfrm>
            <a:off x="270440" y="1187806"/>
            <a:ext cx="5462142" cy="2995203"/>
          </a:xfrm>
          <a:prstGeom prst="rect">
            <a:avLst/>
          </a:prstGeom>
          <a:noFill/>
          <a:ln w="1270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40" tIns="60940" rIns="60940" bIns="60940" numCol="1" spcCol="38100" rtlCol="0" anchor="t">
            <a:spAutoFit/>
          </a:bodyPr>
          <a:lstStyle/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r>
              <a:rPr lang="en-US" sz="1280" b="1" kern="0">
                <a:solidFill>
                  <a:srgbClr val="3B87CC"/>
                </a:solidFill>
                <a:latin typeface="Segoe UI"/>
                <a:cs typeface="Segoe UI"/>
                <a:sym typeface="Segoe UI"/>
              </a:rPr>
              <a:t>Operational impact and objectives</a:t>
            </a: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endParaRPr lang="en-US" sz="1120" kern="0">
              <a:solidFill>
                <a:srgbClr val="474E67"/>
              </a:solidFill>
              <a:latin typeface="Segoe UI"/>
              <a:cs typeface="Segoe UI"/>
              <a:sym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endParaRPr lang="en-US" sz="1120" kern="0">
              <a:solidFill>
                <a:srgbClr val="474E67"/>
              </a:solidFill>
              <a:latin typeface="Segoe UI"/>
              <a:cs typeface="Segoe UI"/>
              <a:sym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endParaRPr lang="en-US" sz="1120" kern="0">
              <a:solidFill>
                <a:srgbClr val="474E67"/>
              </a:solidFill>
              <a:latin typeface="Segoe UI"/>
              <a:cs typeface="Segoe UI"/>
              <a:sym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endParaRPr lang="en-US" sz="1120" kern="0">
              <a:solidFill>
                <a:srgbClr val="FF4015"/>
              </a:solidFill>
              <a:latin typeface="Segoe UI"/>
              <a:cs typeface="Segoe UI"/>
              <a:sym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endParaRPr lang="en-US" sz="1120" kern="0">
              <a:solidFill>
                <a:srgbClr val="FF4015"/>
              </a:solidFill>
              <a:latin typeface="Segoe UI"/>
              <a:cs typeface="Segoe UI"/>
              <a:sym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endParaRPr lang="en-US" sz="1120" kern="0">
              <a:solidFill>
                <a:srgbClr val="FF4015"/>
              </a:solidFill>
              <a:latin typeface="Segoe UI"/>
              <a:cs typeface="Segoe UI"/>
              <a:sym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endParaRPr lang="en-US" sz="1120" kern="0">
              <a:solidFill>
                <a:srgbClr val="FF4015"/>
              </a:solidFill>
              <a:latin typeface="Segoe UI"/>
              <a:cs typeface="Segoe UI"/>
              <a:sym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endParaRPr lang="en-US" sz="1120" kern="0">
              <a:solidFill>
                <a:srgbClr val="FF4015"/>
              </a:solidFill>
              <a:latin typeface="Segoe UI"/>
              <a:cs typeface="Segoe UI"/>
              <a:sym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endParaRPr lang="en-US" sz="1120" kern="0">
              <a:solidFill>
                <a:srgbClr val="FF4015"/>
              </a:solidFill>
              <a:latin typeface="Segoe UI"/>
              <a:cs typeface="Segoe UI"/>
              <a:sym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endParaRPr lang="en-US" sz="1120" kern="0">
              <a:solidFill>
                <a:srgbClr val="FF4015"/>
              </a:solidFill>
              <a:latin typeface="Segoe UI"/>
              <a:cs typeface="Segoe UI"/>
              <a:sym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endParaRPr lang="en-US" sz="1120" kern="0">
              <a:solidFill>
                <a:srgbClr val="FF4015"/>
              </a:solidFill>
              <a:latin typeface="Segoe UI"/>
              <a:cs typeface="Segoe UI"/>
              <a:sym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endParaRPr lang="en-US" sz="1120" kern="0">
              <a:solidFill>
                <a:srgbClr val="FF4015"/>
              </a:solidFill>
              <a:latin typeface="Segoe UI"/>
              <a:cs typeface="Segoe UI"/>
              <a:sym typeface="Segoe UI"/>
            </a:endParaRP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13008"/>
              </p:ext>
            </p:extLst>
          </p:nvPr>
        </p:nvGraphicFramePr>
        <p:xfrm>
          <a:off x="349928" y="1917559"/>
          <a:ext cx="5303163" cy="88699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09703">
                  <a:extLst>
                    <a:ext uri="{9D8B030D-6E8A-4147-A177-3AD203B41FA5}">
                      <a16:colId xmlns:a16="http://schemas.microsoft.com/office/drawing/2014/main" val="1930847058"/>
                    </a:ext>
                  </a:extLst>
                </a:gridCol>
                <a:gridCol w="1775701">
                  <a:extLst>
                    <a:ext uri="{9D8B030D-6E8A-4147-A177-3AD203B41FA5}">
                      <a16:colId xmlns:a16="http://schemas.microsoft.com/office/drawing/2014/main" val="3918270892"/>
                    </a:ext>
                  </a:extLst>
                </a:gridCol>
                <a:gridCol w="1617759">
                  <a:extLst>
                    <a:ext uri="{9D8B030D-6E8A-4147-A177-3AD203B41FA5}">
                      <a16:colId xmlns:a16="http://schemas.microsoft.com/office/drawing/2014/main" val="1973691802"/>
                    </a:ext>
                  </a:extLst>
                </a:gridCol>
              </a:tblGrid>
              <a:tr h="338393">
                <a:tc>
                  <a:txBody>
                    <a:bodyPr/>
                    <a:lstStyle/>
                    <a:p>
                      <a:r>
                        <a:rPr lang="fr-FR" sz="1400"/>
                        <a:t>KPI</a:t>
                      </a:r>
                    </a:p>
                  </a:txBody>
                  <a:tcPr marL="121882" marR="121882" marT="60941" marB="60941"/>
                </a:tc>
                <a:tc>
                  <a:txBody>
                    <a:bodyPr/>
                    <a:lstStyle/>
                    <a:p>
                      <a:r>
                        <a:rPr lang="fr-FR" sz="1400" err="1"/>
                        <a:t>Today</a:t>
                      </a:r>
                    </a:p>
                  </a:txBody>
                  <a:tcPr marL="121882" marR="121882" marT="60941" marB="60941"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Objective</a:t>
                      </a:r>
                    </a:p>
                  </a:txBody>
                  <a:tcPr marL="121882" marR="121882" marT="60941" marB="60941"/>
                </a:tc>
                <a:extLst>
                  <a:ext uri="{0D108BD9-81ED-4DB2-BD59-A6C34878D82A}">
                    <a16:rowId xmlns:a16="http://schemas.microsoft.com/office/drawing/2014/main" val="2642774204"/>
                  </a:ext>
                </a:extLst>
              </a:tr>
              <a:tr h="33839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400" b="0"/>
                        <a:t>P90 NNC lead time</a:t>
                      </a:r>
                      <a:endParaRPr lang="en-US"/>
                    </a:p>
                  </a:txBody>
                  <a:tcPr marL="121882" marR="121882" marT="60941" marB="60941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400" b="0"/>
                        <a:t>288H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fr-FR" sz="1400" b="0"/>
                        <a:t>12 </a:t>
                      </a:r>
                      <a:r>
                        <a:rPr lang="fr-FR" sz="1400" b="0" err="1"/>
                        <a:t>days</a:t>
                      </a:r>
                      <a:endParaRPr lang="fr-FR" sz="1400" b="0"/>
                    </a:p>
                  </a:txBody>
                  <a:tcPr marL="121882" marR="121882" marT="60941" marB="60941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400" b="0"/>
                        <a:t>48H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fr-FR" sz="1400" b="0"/>
                        <a:t>2 </a:t>
                      </a:r>
                      <a:r>
                        <a:rPr lang="fr-FR" sz="1400" b="0" err="1"/>
                        <a:t>days</a:t>
                      </a:r>
                      <a:endParaRPr lang="fr-FR" sz="1400" b="0"/>
                    </a:p>
                  </a:txBody>
                  <a:tcPr marL="121882" marR="121882" marT="60941" marB="60941"/>
                </a:tc>
                <a:extLst>
                  <a:ext uri="{0D108BD9-81ED-4DB2-BD59-A6C34878D82A}">
                    <a16:rowId xmlns:a16="http://schemas.microsoft.com/office/drawing/2014/main" val="283921372"/>
                  </a:ext>
                </a:extLst>
              </a:tr>
            </a:tbl>
          </a:graphicData>
        </a:graphic>
      </p:graphicFrame>
      <p:sp>
        <p:nvSpPr>
          <p:cNvPr id="11" name="ZoneTexte 10"/>
          <p:cNvSpPr txBox="1"/>
          <p:nvPr/>
        </p:nvSpPr>
        <p:spPr>
          <a:xfrm>
            <a:off x="270440" y="4472591"/>
            <a:ext cx="5462142" cy="1228950"/>
          </a:xfrm>
          <a:prstGeom prst="rect">
            <a:avLst/>
          </a:prstGeom>
          <a:noFill/>
          <a:ln w="1270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40" tIns="60940" rIns="60940" bIns="60940" numCol="1" spcCol="38100" rtlCol="0" anchor="t">
            <a:spAutoFit/>
          </a:bodyPr>
          <a:lstStyle/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r>
              <a:rPr lang="en-US" sz="1250" b="1" kern="0">
                <a:solidFill>
                  <a:srgbClr val="3B87CC"/>
                </a:solidFill>
                <a:latin typeface="Segoe UI"/>
                <a:cs typeface="Segoe UI"/>
                <a:sym typeface="Segoe UI"/>
              </a:rPr>
              <a:t>Planning</a:t>
            </a: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r>
              <a:rPr lang="en-US" sz="1100" kern="0">
                <a:solidFill>
                  <a:srgbClr val="474E67"/>
                </a:solidFill>
                <a:latin typeface="Segoe UI"/>
                <a:cs typeface="Segoe UI"/>
                <a:sym typeface="Segoe UI"/>
              </a:rPr>
              <a:t>Kick-off : 26/06/2026          Define : 30/07/2026</a:t>
            </a:r>
            <a:endParaRPr lang="en-US" sz="1100" kern="0">
              <a:solidFill>
                <a:srgbClr val="474E67"/>
              </a:solidFill>
              <a:latin typeface="Segoe UI"/>
              <a:cs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defRPr sz="960"/>
            </a:pPr>
            <a:r>
              <a:rPr lang="en-US" sz="1100" kern="0">
                <a:solidFill>
                  <a:srgbClr val="474E67"/>
                </a:solidFill>
                <a:latin typeface="Segoe UI"/>
                <a:cs typeface="Segoe UI"/>
              </a:rPr>
              <a:t>Measure/ </a:t>
            </a:r>
            <a:r>
              <a:rPr lang="en-US" sz="1100" kern="0" err="1">
                <a:solidFill>
                  <a:srgbClr val="474E67"/>
                </a:solidFill>
                <a:latin typeface="Segoe UI"/>
                <a:cs typeface="Segoe UI"/>
              </a:rPr>
              <a:t>Analyse</a:t>
            </a:r>
            <a:r>
              <a:rPr lang="en-US" sz="1100" kern="0">
                <a:solidFill>
                  <a:srgbClr val="474E67"/>
                </a:solidFill>
                <a:latin typeface="Segoe UI"/>
                <a:cs typeface="Segoe UI"/>
              </a:rPr>
              <a:t>  : 30/09/2026</a:t>
            </a:r>
            <a:endParaRPr lang="en-US" sz="1100" kern="0">
              <a:solidFill>
                <a:srgbClr val="474E67"/>
              </a:solidFill>
              <a:latin typeface="Segoe UI"/>
              <a:cs typeface="Segoe UI"/>
              <a:sym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r>
              <a:rPr lang="en-US" sz="1100" kern="0">
                <a:solidFill>
                  <a:srgbClr val="474E67"/>
                </a:solidFill>
                <a:latin typeface="Segoe UI"/>
                <a:cs typeface="Segoe UI"/>
                <a:sym typeface="Segoe UI"/>
              </a:rPr>
              <a:t>Improve / </a:t>
            </a:r>
            <a:r>
              <a:rPr lang="en-US" sz="1100" kern="0" err="1">
                <a:solidFill>
                  <a:srgbClr val="474E67"/>
                </a:solidFill>
                <a:latin typeface="Segoe UI"/>
                <a:cs typeface="Segoe UI"/>
                <a:sym typeface="Segoe UI"/>
              </a:rPr>
              <a:t>Shinweek</a:t>
            </a:r>
            <a:r>
              <a:rPr lang="en-US" sz="1100" kern="0">
                <a:solidFill>
                  <a:srgbClr val="474E67"/>
                </a:solidFill>
                <a:latin typeface="Segoe UI"/>
                <a:cs typeface="Segoe UI"/>
                <a:sym typeface="Segoe UI"/>
              </a:rPr>
              <a:t> : 16/10/2026     Control : +30 / 60 / 90 days</a:t>
            </a:r>
            <a:endParaRPr lang="en-US" sz="1100" kern="0">
              <a:solidFill>
                <a:srgbClr val="474E67"/>
              </a:solidFill>
              <a:latin typeface="Segoe UI"/>
              <a:cs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endParaRPr lang="en-US" sz="1120" kern="0">
              <a:solidFill>
                <a:srgbClr val="FF4015"/>
              </a:solidFill>
              <a:latin typeface="Segoe UI"/>
              <a:cs typeface="Segoe UI"/>
              <a:sym typeface="Segoe UI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5861131" y="1186515"/>
            <a:ext cx="6106483" cy="1343917"/>
          </a:xfrm>
          <a:prstGeom prst="rect">
            <a:avLst/>
          </a:prstGeom>
          <a:noFill/>
          <a:ln w="1270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40" tIns="60940" rIns="60940" bIns="60940" numCol="1" spcCol="38100" rtlCol="0" anchor="t">
            <a:spAutoFit/>
          </a:bodyPr>
          <a:lstStyle/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r>
              <a:rPr lang="en-US" sz="1250" b="1" kern="0">
                <a:solidFill>
                  <a:srgbClr val="3B87CC"/>
                </a:solidFill>
                <a:latin typeface="Segoe UI"/>
                <a:cs typeface="Segoe UI"/>
                <a:sym typeface="Segoe UI"/>
              </a:rPr>
              <a:t>Problem statement</a:t>
            </a: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r>
              <a:rPr lang="en-US" sz="1050" i="1" kern="0">
                <a:solidFill>
                  <a:srgbClr val="070E1D"/>
                </a:solidFill>
                <a:latin typeface="Segoe UI"/>
                <a:cs typeface="Segoe UI"/>
              </a:rPr>
              <a:t>Currently, the P90 overall processing time for NNC is 12 days . This processing time is too long to ensure on time delivery of the parts : 31 days lead time for reworked parts expected.</a:t>
            </a:r>
          </a:p>
          <a:p>
            <a:pPr defTabSz="731815">
              <a:lnSpc>
                <a:spcPct val="90000"/>
              </a:lnSpc>
              <a:spcBef>
                <a:spcPts val="533"/>
              </a:spcBef>
              <a:defRPr sz="960"/>
            </a:pPr>
            <a:endParaRPr lang="en-US" sz="1050" i="1" kern="0">
              <a:solidFill>
                <a:srgbClr val="070E1D"/>
              </a:solidFill>
              <a:latin typeface="Segoe UI"/>
              <a:cs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defRPr sz="960"/>
            </a:pPr>
            <a:endParaRPr lang="en-US" sz="1050" i="1" kern="0">
              <a:solidFill>
                <a:srgbClr val="070E1D"/>
              </a:solidFill>
              <a:latin typeface="Segoe UI"/>
              <a:cs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defRPr sz="960"/>
            </a:pPr>
            <a:endParaRPr lang="en-US" sz="1050" i="1" kern="0">
              <a:solidFill>
                <a:srgbClr val="070E1D"/>
              </a:solidFill>
              <a:latin typeface="Segoe UI"/>
              <a:cs typeface="Segoe UI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5861131" y="2595016"/>
            <a:ext cx="6106483" cy="1211381"/>
          </a:xfrm>
          <a:prstGeom prst="rect">
            <a:avLst/>
          </a:prstGeom>
          <a:noFill/>
          <a:ln w="1270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40" tIns="60940" rIns="60940" bIns="60940" numCol="1" spcCol="38100" rtlCol="0" anchor="t">
            <a:spAutoFit/>
          </a:bodyPr>
          <a:lstStyle/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r>
              <a:rPr lang="en-US" sz="1250" b="1" kern="0">
                <a:solidFill>
                  <a:srgbClr val="3B87CC"/>
                </a:solidFill>
                <a:latin typeface="Segoe UI"/>
                <a:cs typeface="Segoe UI"/>
                <a:sym typeface="Segoe UI"/>
              </a:rPr>
              <a:t>Scope</a:t>
            </a: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r>
              <a:rPr lang="en-US" sz="1050" kern="0">
                <a:solidFill>
                  <a:srgbClr val="070E1D"/>
                </a:solidFill>
                <a:latin typeface="Segoe UI"/>
                <a:cs typeface="Segoe UI"/>
                <a:sym typeface="Segoe UI"/>
              </a:rPr>
              <a:t>IN : All parts in turbine pole :  Nozzle and blades CFM 56 1 LEAP – Parts oriented scarp (PNR)</a:t>
            </a:r>
            <a:endParaRPr lang="en-US" sz="1050" kern="0">
              <a:solidFill>
                <a:srgbClr val="070E1D"/>
              </a:solidFill>
              <a:latin typeface="Segoe UI"/>
              <a:cs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endParaRPr lang="en-US" sz="1066" kern="0">
              <a:solidFill>
                <a:srgbClr val="070E1D"/>
              </a:solidFill>
              <a:latin typeface="Segoe UI"/>
              <a:cs typeface="Segoe UI"/>
              <a:sym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r>
              <a:rPr lang="en-US" sz="1050" kern="0">
                <a:solidFill>
                  <a:srgbClr val="070E1D"/>
                </a:solidFill>
                <a:latin typeface="Segoe UI"/>
                <a:cs typeface="Segoe UI"/>
                <a:sym typeface="Segoe UI"/>
              </a:rPr>
              <a:t>OUT : Parts with GE Engineering analysis case (CSC = 2%)</a:t>
            </a:r>
            <a:endParaRPr lang="en-US" sz="1050" kern="0">
              <a:solidFill>
                <a:srgbClr val="070E1D"/>
              </a:solidFill>
              <a:latin typeface="Segoe UI"/>
              <a:cs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endParaRPr lang="en-US" sz="1066" kern="0">
              <a:solidFill>
                <a:srgbClr val="070E1D"/>
              </a:solidFill>
              <a:latin typeface="Segoe UI"/>
              <a:cs typeface="Segoe UI"/>
              <a:sym typeface="Segoe UI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5861131" y="3885919"/>
            <a:ext cx="6106483" cy="1976911"/>
          </a:xfrm>
          <a:prstGeom prst="rect">
            <a:avLst/>
          </a:prstGeom>
          <a:noFill/>
          <a:ln w="1270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40" tIns="60940" rIns="60940" bIns="60940" numCol="1" spcCol="38100" rtlCol="0" anchor="t">
            <a:spAutoFit/>
          </a:bodyPr>
          <a:lstStyle/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r>
              <a:rPr lang="en-US" sz="1250" b="1" kern="0">
                <a:solidFill>
                  <a:srgbClr val="3B87CC"/>
                </a:solidFill>
                <a:latin typeface="Segoe UI"/>
                <a:cs typeface="Segoe UI"/>
                <a:sym typeface="Segoe UI"/>
              </a:rPr>
              <a:t>Team</a:t>
            </a: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r>
              <a:rPr lang="fr-FR" sz="1050" u="sng" kern="0">
                <a:solidFill>
                  <a:srgbClr val="070E1D"/>
                </a:solidFill>
                <a:latin typeface="Segoe UI"/>
                <a:cs typeface="Segoe UI"/>
                <a:sym typeface="Segoe UI"/>
              </a:rPr>
              <a:t>Sponsor</a:t>
            </a:r>
            <a:r>
              <a:rPr lang="fr-FR" sz="1050" kern="0">
                <a:solidFill>
                  <a:srgbClr val="070E1D"/>
                </a:solidFill>
                <a:latin typeface="Segoe UI"/>
                <a:cs typeface="Segoe UI"/>
                <a:sym typeface="Segoe UI"/>
              </a:rPr>
              <a:t> : Alexis GARSAUD      </a:t>
            </a:r>
            <a:r>
              <a:rPr lang="fr-FR" sz="1050" u="sng" kern="0">
                <a:solidFill>
                  <a:srgbClr val="070E1D"/>
                </a:solidFill>
                <a:latin typeface="Segoe UI"/>
                <a:cs typeface="Segoe UI"/>
                <a:sym typeface="Segoe UI"/>
              </a:rPr>
              <a:t>Kaizen </a:t>
            </a:r>
            <a:r>
              <a:rPr lang="fr-FR" sz="1050" u="sng" kern="0" err="1">
                <a:solidFill>
                  <a:srgbClr val="070E1D"/>
                </a:solidFill>
                <a:latin typeface="Segoe UI"/>
                <a:cs typeface="Segoe UI"/>
                <a:sym typeface="Segoe UI"/>
              </a:rPr>
              <a:t>Facilitator</a:t>
            </a:r>
            <a:r>
              <a:rPr lang="fr-FR" sz="1050" u="sng" kern="0">
                <a:solidFill>
                  <a:srgbClr val="070E1D"/>
                </a:solidFill>
                <a:latin typeface="Segoe UI"/>
                <a:cs typeface="Segoe UI"/>
                <a:sym typeface="Segoe UI"/>
              </a:rPr>
              <a:t> &amp; </a:t>
            </a:r>
            <a:r>
              <a:rPr lang="fr-FR" sz="1050" u="sng" kern="0" err="1">
                <a:solidFill>
                  <a:srgbClr val="070E1D"/>
                </a:solidFill>
                <a:latin typeface="Segoe UI"/>
                <a:cs typeface="Segoe UI"/>
                <a:sym typeface="Segoe UI"/>
              </a:rPr>
              <a:t>deputy</a:t>
            </a:r>
            <a:r>
              <a:rPr lang="fr-FR" sz="1050" u="sng" kern="0">
                <a:solidFill>
                  <a:srgbClr val="070E1D"/>
                </a:solidFill>
                <a:latin typeface="Segoe UI"/>
                <a:cs typeface="Segoe UI"/>
                <a:sym typeface="Segoe UI"/>
              </a:rPr>
              <a:t> </a:t>
            </a:r>
            <a:r>
              <a:rPr lang="fr-FR" sz="1050" kern="0">
                <a:solidFill>
                  <a:srgbClr val="070E1D"/>
                </a:solidFill>
                <a:latin typeface="Segoe UI"/>
                <a:cs typeface="Segoe UI"/>
                <a:sym typeface="Segoe UI"/>
              </a:rPr>
              <a:t>: Corinne ORTIS &amp; Julien LOUIS</a:t>
            </a:r>
            <a:endParaRPr lang="fr-FR" sz="1050" kern="0">
              <a:solidFill>
                <a:srgbClr val="070E1D"/>
              </a:solidFill>
              <a:latin typeface="Segoe UI"/>
              <a:cs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r>
              <a:rPr lang="fr-FR" sz="1050" u="sng" kern="0">
                <a:solidFill>
                  <a:srgbClr val="070E1D"/>
                </a:solidFill>
                <a:latin typeface="Segoe UI"/>
                <a:cs typeface="Segoe UI"/>
                <a:sym typeface="Segoe UI"/>
              </a:rPr>
              <a:t>Kaizen Leader and Deputy </a:t>
            </a:r>
            <a:r>
              <a:rPr lang="fr-FR" sz="1050" kern="0">
                <a:solidFill>
                  <a:srgbClr val="070E1D"/>
                </a:solidFill>
                <a:latin typeface="Segoe UI"/>
                <a:cs typeface="Segoe UI"/>
                <a:sym typeface="Segoe UI"/>
              </a:rPr>
              <a:t>: Thomas BECCARDI &amp; Benoit MIRABEL</a:t>
            </a:r>
            <a:endParaRPr lang="fr-FR" sz="1050" kern="0">
              <a:solidFill>
                <a:srgbClr val="070E1D"/>
              </a:solidFill>
              <a:latin typeface="Segoe UI"/>
              <a:cs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r>
              <a:rPr lang="fr-FR" sz="1050" u="sng" kern="0">
                <a:solidFill>
                  <a:srgbClr val="070E1D"/>
                </a:solidFill>
                <a:latin typeface="Segoe UI"/>
                <a:cs typeface="Segoe UI"/>
                <a:sym typeface="Segoe UI"/>
              </a:rPr>
              <a:t>Team </a:t>
            </a:r>
            <a:r>
              <a:rPr lang="fr-FR" sz="1050" u="sng" kern="0" err="1">
                <a:solidFill>
                  <a:srgbClr val="070E1D"/>
                </a:solidFill>
                <a:latin typeface="Segoe UI"/>
                <a:cs typeface="Segoe UI"/>
                <a:sym typeface="Segoe UI"/>
              </a:rPr>
              <a:t>members</a:t>
            </a:r>
            <a:r>
              <a:rPr lang="fr-FR" sz="1050" u="sng" kern="0">
                <a:solidFill>
                  <a:srgbClr val="070E1D"/>
                </a:solidFill>
                <a:latin typeface="Segoe UI"/>
                <a:cs typeface="Segoe UI"/>
                <a:sym typeface="Segoe UI"/>
              </a:rPr>
              <a:t> </a:t>
            </a:r>
            <a:r>
              <a:rPr lang="fr-FR" sz="1050" kern="0">
                <a:solidFill>
                  <a:srgbClr val="070E1D"/>
                </a:solidFill>
                <a:latin typeface="Segoe UI"/>
                <a:cs typeface="Segoe UI"/>
                <a:sym typeface="Segoe UI"/>
              </a:rPr>
              <a:t>: Corinne BAILLY , Jérôme MALNORY, Maxime MAIA DA COSTA, Yann GARO, Martin EVRARD, Manuel PAIN, Laurence TELLIER, Aurélien SARRAZIN, Oriane SUARD</a:t>
            </a:r>
            <a:endParaRPr lang="fr-FR" sz="1050" kern="0">
              <a:solidFill>
                <a:srgbClr val="070E1D"/>
              </a:solidFill>
              <a:latin typeface="Segoe UI"/>
              <a:cs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endParaRPr lang="fr-FR" sz="1066" kern="0">
              <a:solidFill>
                <a:srgbClr val="070E1D"/>
              </a:solidFill>
              <a:latin typeface="Segoe UI"/>
              <a:cs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endParaRPr lang="fr-FR" sz="1066" kern="0">
              <a:solidFill>
                <a:srgbClr val="070E1D"/>
              </a:solidFill>
              <a:latin typeface="Segoe UI"/>
              <a:cs typeface="Segoe UI"/>
              <a:sym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buClr>
                <a:srgbClr val="3B87CC"/>
              </a:buClr>
              <a:buSzPct val="100000"/>
              <a:defRPr sz="960"/>
            </a:pPr>
            <a:r>
              <a:rPr lang="fr-FR" sz="1050" u="sng" kern="0">
                <a:solidFill>
                  <a:srgbClr val="070E1D"/>
                </a:solidFill>
                <a:latin typeface="Segoe UI"/>
                <a:cs typeface="Segoe UI"/>
                <a:sym typeface="Segoe UI"/>
              </a:rPr>
              <a:t>Fresh </a:t>
            </a:r>
            <a:r>
              <a:rPr lang="fr-FR" sz="1050" u="sng" kern="0" err="1">
                <a:solidFill>
                  <a:srgbClr val="070E1D"/>
                </a:solidFill>
                <a:latin typeface="Segoe UI"/>
                <a:cs typeface="Segoe UI"/>
                <a:sym typeface="Segoe UI"/>
              </a:rPr>
              <a:t>eyes</a:t>
            </a:r>
            <a:r>
              <a:rPr lang="fr-FR" sz="1050" u="sng" kern="0">
                <a:solidFill>
                  <a:srgbClr val="070E1D"/>
                </a:solidFill>
                <a:latin typeface="Segoe UI"/>
                <a:cs typeface="Segoe UI"/>
                <a:sym typeface="Segoe UI"/>
              </a:rPr>
              <a:t> </a:t>
            </a:r>
            <a:r>
              <a:rPr lang="fr-FR" sz="1050" kern="0">
                <a:solidFill>
                  <a:srgbClr val="070E1D"/>
                </a:solidFill>
                <a:latin typeface="Segoe UI"/>
                <a:cs typeface="Segoe UI"/>
                <a:sym typeface="Segoe UI"/>
              </a:rPr>
              <a:t>: Paul MILLEVILLE, Isidra GUZMAN, Sofiane HIMER</a:t>
            </a:r>
            <a:endParaRPr lang="fr-FR" sz="1050" kern="0">
              <a:solidFill>
                <a:srgbClr val="070E1D"/>
              </a:solidFill>
              <a:latin typeface="Segoe UI"/>
              <a:cs typeface="Segoe UI"/>
            </a:endParaRPr>
          </a:p>
          <a:p>
            <a:pPr defTabSz="731815">
              <a:lnSpc>
                <a:spcPct val="90000"/>
              </a:lnSpc>
              <a:spcBef>
                <a:spcPts val="533"/>
              </a:spcBef>
              <a:defRPr sz="960"/>
            </a:pPr>
            <a:r>
              <a:rPr lang="fr-FR" sz="1050" kern="0">
                <a:solidFill>
                  <a:srgbClr val="070E1D"/>
                </a:solidFill>
                <a:latin typeface="Segoe UI"/>
                <a:cs typeface="Segoe UI"/>
                <a:sym typeface="Segoe UI"/>
              </a:rPr>
              <a:t>CODIR : Maxime NAUD</a:t>
            </a:r>
            <a:endParaRPr lang="fr-FR" sz="1050" kern="0">
              <a:solidFill>
                <a:srgbClr val="070E1D"/>
              </a:solidFill>
              <a:latin typeface="Segoe UI"/>
              <a:cs typeface="Segoe U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798157-00B2-6D12-6B01-AF02767D3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1771" y="1910750"/>
            <a:ext cx="3737216" cy="879896"/>
          </a:xfrm>
          <a:prstGeom prst="rect">
            <a:avLst/>
          </a:prstGeom>
          <a:ln w="63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226144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4BF6E-D87D-B57A-59CF-40BBB36C7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Espace réservé du pied de page 5">
            <a:extLst>
              <a:ext uri="{FF2B5EF4-FFF2-40B4-BE49-F238E27FC236}">
                <a16:creationId xmlns:a16="http://schemas.microsoft.com/office/drawing/2014/main" id="{C27476A2-9B0F-C71C-8FD9-CEE92F0D8725}"/>
              </a:ext>
            </a:extLst>
          </p:cNvPr>
          <p:cNvSpPr txBox="1"/>
          <p:nvPr/>
        </p:nvSpPr>
        <p:spPr>
          <a:xfrm>
            <a:off x="738594" y="6302859"/>
            <a:ext cx="8819628" cy="256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60940" rIns="60940" anchor="ctr">
            <a:spAutoFit/>
          </a:bodyPr>
          <a:lstStyle>
            <a:lvl1pPr>
              <a:defRPr sz="800">
                <a:solidFill>
                  <a:srgbClr val="B1B0BB"/>
                </a:solidFill>
              </a:defRPr>
            </a:lvl1pPr>
          </a:lstStyle>
          <a:p>
            <a:pPr defTabSz="1218804" hangingPunct="0">
              <a:defRPr/>
            </a:pPr>
            <a:r>
              <a:rPr lang="fr-FR" sz="1067" kern="0">
                <a:latin typeface="Segoe UI"/>
                <a:cs typeface="Segoe UI"/>
                <a:sym typeface="Segoe UI"/>
              </a:rPr>
              <a:t>Site / Date</a:t>
            </a:r>
          </a:p>
        </p:txBody>
      </p:sp>
      <p:sp>
        <p:nvSpPr>
          <p:cNvPr id="605" name="Titre 3">
            <a:extLst>
              <a:ext uri="{FF2B5EF4-FFF2-40B4-BE49-F238E27FC236}">
                <a16:creationId xmlns:a16="http://schemas.microsoft.com/office/drawing/2014/main" id="{03B2BE39-3B9C-F441-5AFB-436829AC2E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5397" y="257438"/>
            <a:ext cx="11409777" cy="56920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fr-FR" sz="2700" b="1">
                <a:cs typeface="Arial"/>
              </a:rPr>
              <a:t>Team #3 : Lead Time Reduction for Non </a:t>
            </a:r>
            <a:r>
              <a:rPr lang="fr-FR" sz="2700" b="1" err="1">
                <a:cs typeface="Arial"/>
              </a:rPr>
              <a:t>conformity</a:t>
            </a:r>
            <a:r>
              <a:rPr lang="fr-FR" sz="2700" b="1">
                <a:cs typeface="Arial"/>
              </a:rPr>
              <a:t> </a:t>
            </a:r>
            <a:r>
              <a:rPr lang="fr-FR" sz="2700" b="1" err="1">
                <a:cs typeface="Arial"/>
              </a:rPr>
              <a:t>treatment</a:t>
            </a:r>
            <a:r>
              <a:rPr lang="fr-FR" sz="2700" b="1">
                <a:cs typeface="Arial"/>
              </a:rPr>
              <a:t> (NNC)</a:t>
            </a:r>
            <a:br>
              <a:rPr lang="fr-FR" sz="2700" b="1">
                <a:ea typeface="Segoe UI Black"/>
              </a:rPr>
            </a:br>
            <a:r>
              <a:rPr lang="fr-FR" sz="2400">
                <a:cs typeface="Arial"/>
              </a:rPr>
              <a:t>Target</a:t>
            </a:r>
            <a:endParaRPr lang="en-US" sz="2350">
              <a:ea typeface="Segoe UI Black"/>
              <a:cs typeface="Arial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D7732ADF-C904-86D2-9848-D4FED16EE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863326"/>
              </p:ext>
            </p:extLst>
          </p:nvPr>
        </p:nvGraphicFramePr>
        <p:xfrm>
          <a:off x="150021" y="1556588"/>
          <a:ext cx="11891957" cy="2601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2283">
                  <a:extLst>
                    <a:ext uri="{9D8B030D-6E8A-4147-A177-3AD203B41FA5}">
                      <a16:colId xmlns:a16="http://schemas.microsoft.com/office/drawing/2014/main" val="259147330"/>
                    </a:ext>
                  </a:extLst>
                </a:gridCol>
                <a:gridCol w="1044707">
                  <a:extLst>
                    <a:ext uri="{9D8B030D-6E8A-4147-A177-3AD203B41FA5}">
                      <a16:colId xmlns:a16="http://schemas.microsoft.com/office/drawing/2014/main" val="2770537330"/>
                    </a:ext>
                  </a:extLst>
                </a:gridCol>
                <a:gridCol w="1141437">
                  <a:extLst>
                    <a:ext uri="{9D8B030D-6E8A-4147-A177-3AD203B41FA5}">
                      <a16:colId xmlns:a16="http://schemas.microsoft.com/office/drawing/2014/main" val="1383315675"/>
                    </a:ext>
                  </a:extLst>
                </a:gridCol>
                <a:gridCol w="1122092">
                  <a:extLst>
                    <a:ext uri="{9D8B030D-6E8A-4147-A177-3AD203B41FA5}">
                      <a16:colId xmlns:a16="http://schemas.microsoft.com/office/drawing/2014/main" val="998561303"/>
                    </a:ext>
                  </a:extLst>
                </a:gridCol>
                <a:gridCol w="976993">
                  <a:extLst>
                    <a:ext uri="{9D8B030D-6E8A-4147-A177-3AD203B41FA5}">
                      <a16:colId xmlns:a16="http://schemas.microsoft.com/office/drawing/2014/main" val="493263528"/>
                    </a:ext>
                  </a:extLst>
                </a:gridCol>
                <a:gridCol w="986667">
                  <a:extLst>
                    <a:ext uri="{9D8B030D-6E8A-4147-A177-3AD203B41FA5}">
                      <a16:colId xmlns:a16="http://schemas.microsoft.com/office/drawing/2014/main" val="3247503332"/>
                    </a:ext>
                  </a:extLst>
                </a:gridCol>
                <a:gridCol w="975654">
                  <a:extLst>
                    <a:ext uri="{9D8B030D-6E8A-4147-A177-3AD203B41FA5}">
                      <a16:colId xmlns:a16="http://schemas.microsoft.com/office/drawing/2014/main" val="1553626862"/>
                    </a:ext>
                  </a:extLst>
                </a:gridCol>
                <a:gridCol w="880708">
                  <a:extLst>
                    <a:ext uri="{9D8B030D-6E8A-4147-A177-3AD203B41FA5}">
                      <a16:colId xmlns:a16="http://schemas.microsoft.com/office/drawing/2014/main" val="3061792759"/>
                    </a:ext>
                  </a:extLst>
                </a:gridCol>
                <a:gridCol w="880708">
                  <a:extLst>
                    <a:ext uri="{9D8B030D-6E8A-4147-A177-3AD203B41FA5}">
                      <a16:colId xmlns:a16="http://schemas.microsoft.com/office/drawing/2014/main" val="3832698368"/>
                    </a:ext>
                  </a:extLst>
                </a:gridCol>
                <a:gridCol w="880708">
                  <a:extLst>
                    <a:ext uri="{9D8B030D-6E8A-4147-A177-3AD203B41FA5}">
                      <a16:colId xmlns:a16="http://schemas.microsoft.com/office/drawing/2014/main" val="565751411"/>
                    </a:ext>
                  </a:extLst>
                </a:gridCol>
              </a:tblGrid>
              <a:tr h="548433"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rgbClr val="E5E5E5"/>
                          </a:solidFill>
                        </a:rPr>
                        <a:t>Key Performance Indicator</a:t>
                      </a:r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rgbClr val="E5E5E5"/>
                          </a:solidFill>
                        </a:rPr>
                        <a:t>Unit</a:t>
                      </a:r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rgbClr val="E5E5E5"/>
                          </a:solidFill>
                        </a:rPr>
                        <a:t>Start</a:t>
                      </a:r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sz="1400">
                          <a:solidFill>
                            <a:srgbClr val="E5E5E5"/>
                          </a:solidFill>
                        </a:rPr>
                        <a:t>Target</a:t>
                      </a:r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sz="1400">
                          <a:solidFill>
                            <a:srgbClr val="E5E5E5"/>
                          </a:solidFill>
                        </a:rPr>
                        <a:t>Day 1</a:t>
                      </a:r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sz="1400">
                          <a:solidFill>
                            <a:srgbClr val="E5E5E5"/>
                          </a:solidFill>
                        </a:rPr>
                        <a:t>Day 2</a:t>
                      </a:r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sz="1400">
                          <a:solidFill>
                            <a:srgbClr val="E5E5E5"/>
                          </a:solidFill>
                        </a:rPr>
                        <a:t>Day 3</a:t>
                      </a:r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sz="1400">
                          <a:solidFill>
                            <a:srgbClr val="E5E5E5"/>
                          </a:solidFill>
                        </a:rPr>
                        <a:t>Day 4</a:t>
                      </a:r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sz="1400" err="1">
                          <a:solidFill>
                            <a:srgbClr val="E5E5E5"/>
                          </a:solidFill>
                        </a:rPr>
                        <a:t>Result</a:t>
                      </a:r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sz="1400">
                          <a:solidFill>
                            <a:srgbClr val="E5E5E5"/>
                          </a:solidFill>
                        </a:rPr>
                        <a:t>% Change</a:t>
                      </a:r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298708"/>
                  </a:ext>
                </a:extLst>
              </a:tr>
              <a:tr h="553654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Lead Time P90 NNC Turbine</a:t>
                      </a:r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err="1"/>
                        <a:t>Hours</a:t>
                      </a:r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288</a:t>
                      </a:r>
                    </a:p>
                    <a:p>
                      <a:pPr algn="ctr"/>
                      <a:r>
                        <a:rPr lang="fr-FR" sz="1400" b="1"/>
                        <a:t>(12 j)</a:t>
                      </a:r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48</a:t>
                      </a:r>
                    </a:p>
                    <a:p>
                      <a:pPr algn="ctr"/>
                      <a:r>
                        <a:rPr lang="fr-FR" sz="1400" b="1"/>
                        <a:t>(2j)</a:t>
                      </a:r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787178"/>
                  </a:ext>
                </a:extLst>
              </a:tr>
              <a:tr h="352307">
                <a:tc>
                  <a:txBody>
                    <a:bodyPr/>
                    <a:lstStyle/>
                    <a:p>
                      <a:pPr marL="0" marR="0" lvl="0" indent="0" algn="ctr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i="1">
                          <a:solidFill>
                            <a:schemeClr val="tx1"/>
                          </a:solidFill>
                        </a:rPr>
                        <a:t>Sub Key Performance Indicator</a:t>
                      </a:r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Unit</a:t>
                      </a:r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Start</a:t>
                      </a:r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Target</a:t>
                      </a:r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chemeClr val="tx1"/>
                          </a:solidFill>
                        </a:rPr>
                        <a:t>Day 1</a:t>
                      </a:r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chemeClr val="tx1"/>
                          </a:solidFill>
                        </a:rPr>
                        <a:t>Day 2</a:t>
                      </a:r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chemeClr val="tx1"/>
                          </a:solidFill>
                        </a:rPr>
                        <a:t>Day 3</a:t>
                      </a:r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chemeClr val="tx1"/>
                          </a:solidFill>
                        </a:rPr>
                        <a:t>Day 4</a:t>
                      </a:r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err="1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solidFill>
                            <a:schemeClr val="tx1"/>
                          </a:solidFill>
                        </a:rPr>
                        <a:t>% Change</a:t>
                      </a:r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604737"/>
                  </a:ext>
                </a:extLst>
              </a:tr>
              <a:tr h="548433"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517921"/>
                  </a:ext>
                </a:extLst>
              </a:tr>
              <a:tr h="402690"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1"/>
                    </a:p>
                  </a:txBody>
                  <a:tcPr marL="121845" marR="121845" marT="60923" marB="60923" anchor="ctr">
                    <a:lnL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161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0772307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098A5-9409-D8A0-AC12-22A378697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Titre 3">
            <a:extLst>
              <a:ext uri="{FF2B5EF4-FFF2-40B4-BE49-F238E27FC236}">
                <a16:creationId xmlns:a16="http://schemas.microsoft.com/office/drawing/2014/main" id="{714BF5D0-5B07-EA54-79CB-D28DC9964B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5397" y="257438"/>
            <a:ext cx="11409777" cy="56920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fr-FR" sz="2700" b="1">
                <a:cs typeface="Arial"/>
              </a:rPr>
              <a:t>Team #3 : Lead Time Reduction for Non </a:t>
            </a:r>
            <a:r>
              <a:rPr lang="fr-FR" sz="2700" b="1" err="1">
                <a:cs typeface="Arial"/>
              </a:rPr>
              <a:t>conformity</a:t>
            </a:r>
            <a:r>
              <a:rPr lang="fr-FR" sz="2700" b="1">
                <a:cs typeface="Arial"/>
              </a:rPr>
              <a:t> </a:t>
            </a:r>
            <a:r>
              <a:rPr lang="fr-FR" sz="2700" b="1" err="1">
                <a:cs typeface="Arial"/>
              </a:rPr>
              <a:t>treatment</a:t>
            </a:r>
            <a:r>
              <a:rPr lang="fr-FR" sz="2700" b="1">
                <a:cs typeface="Arial"/>
              </a:rPr>
              <a:t> (NNC)</a:t>
            </a:r>
            <a:br>
              <a:rPr lang="fr-FR" sz="2400">
                <a:cs typeface="Arial"/>
              </a:rPr>
            </a:br>
            <a:r>
              <a:rPr lang="fr-FR" sz="2400">
                <a:cs typeface="Arial"/>
              </a:rPr>
              <a:t>Macro Process and Scope</a:t>
            </a:r>
            <a:endParaRPr lang="en-US"/>
          </a:p>
        </p:txBody>
      </p:sp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CAF7AC97-4630-213E-401D-A4574E8AB4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1172721"/>
              </p:ext>
            </p:extLst>
          </p:nvPr>
        </p:nvGraphicFramePr>
        <p:xfrm>
          <a:off x="291662" y="998483"/>
          <a:ext cx="11608675" cy="19312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C941956C-626E-8760-1285-71977C492C3D}"/>
              </a:ext>
            </a:extLst>
          </p:cNvPr>
          <p:cNvSpPr/>
          <p:nvPr/>
        </p:nvSpPr>
        <p:spPr>
          <a:xfrm>
            <a:off x="550454" y="2709784"/>
            <a:ext cx="1392621" cy="1818289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Picture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28D2B360-8D1F-DE15-2FF0-D419188321FE}"/>
              </a:ext>
            </a:extLst>
          </p:cNvPr>
          <p:cNvSpPr/>
          <p:nvPr/>
        </p:nvSpPr>
        <p:spPr>
          <a:xfrm>
            <a:off x="5467512" y="2705484"/>
            <a:ext cx="1392621" cy="1818289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Picture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2A71432B-A7BD-A01A-6FB7-9384CC932873}"/>
              </a:ext>
            </a:extLst>
          </p:cNvPr>
          <p:cNvSpPr/>
          <p:nvPr/>
        </p:nvSpPr>
        <p:spPr>
          <a:xfrm>
            <a:off x="7886972" y="2728476"/>
            <a:ext cx="1392621" cy="1818289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Picture</a:t>
            </a:r>
          </a:p>
        </p:txBody>
      </p:sp>
      <p:pic>
        <p:nvPicPr>
          <p:cNvPr id="13" name="Picture 7">
            <a:extLst>
              <a:ext uri="{FF2B5EF4-FFF2-40B4-BE49-F238E27FC236}">
                <a16:creationId xmlns:a16="http://schemas.microsoft.com/office/drawing/2014/main" id="{3FC20DF2-02D1-EDBC-83FF-202CF7F6A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890" y="5154846"/>
            <a:ext cx="1388915" cy="671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B6ADDB6C-D531-D16C-601E-5156D4609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295" y="5129704"/>
            <a:ext cx="1272525" cy="663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40">
            <a:extLst>
              <a:ext uri="{FF2B5EF4-FFF2-40B4-BE49-F238E27FC236}">
                <a16:creationId xmlns:a16="http://schemas.microsoft.com/office/drawing/2014/main" id="{E6F54982-DB9A-5657-0BCC-60FF542FD91F}"/>
              </a:ext>
            </a:extLst>
          </p:cNvPr>
          <p:cNvSpPr txBox="1"/>
          <p:nvPr/>
        </p:nvSpPr>
        <p:spPr>
          <a:xfrm>
            <a:off x="7479805" y="5172946"/>
            <a:ext cx="3209581" cy="553998"/>
          </a:xfrm>
          <a:prstGeom prst="rect">
            <a:avLst/>
          </a:prstGeom>
          <a:noFill/>
        </p:spPr>
        <p:txBody>
          <a:bodyPr wrap="square" lIns="0" tIns="60960" rIns="121920" bIns="6096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9pPr>
          </a:lstStyle>
          <a:p>
            <a:r>
              <a:rPr lang="en-US" sz="2800" b="1" noProof="1">
                <a:solidFill>
                  <a:srgbClr val="C00000"/>
                </a:solidFill>
              </a:rPr>
              <a:t>Out of Scope  </a:t>
            </a:r>
          </a:p>
        </p:txBody>
      </p:sp>
      <p:sp>
        <p:nvSpPr>
          <p:cNvPr id="16" name="TextBox 43">
            <a:extLst>
              <a:ext uri="{FF2B5EF4-FFF2-40B4-BE49-F238E27FC236}">
                <a16:creationId xmlns:a16="http://schemas.microsoft.com/office/drawing/2014/main" id="{D274B5E2-F725-5B09-87E1-A64E6FBB2892}"/>
              </a:ext>
            </a:extLst>
          </p:cNvPr>
          <p:cNvSpPr txBox="1"/>
          <p:nvPr/>
        </p:nvSpPr>
        <p:spPr>
          <a:xfrm>
            <a:off x="2576382" y="5154846"/>
            <a:ext cx="3301724" cy="553998"/>
          </a:xfrm>
          <a:prstGeom prst="rect">
            <a:avLst/>
          </a:prstGeom>
          <a:noFill/>
        </p:spPr>
        <p:txBody>
          <a:bodyPr wrap="square" lIns="0" tIns="60960" rIns="121920" bIns="6096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9pPr>
          </a:lstStyle>
          <a:p>
            <a:r>
              <a:rPr lang="en-US" sz="2800" b="1" noProof="1">
                <a:solidFill>
                  <a:srgbClr val="16A085"/>
                </a:solidFill>
              </a:rPr>
              <a:t>In Scope</a:t>
            </a:r>
            <a:endParaRPr lang="fr-FR" sz="2400"/>
          </a:p>
        </p:txBody>
      </p:sp>
      <p:sp>
        <p:nvSpPr>
          <p:cNvPr id="17" name="ZoneTexte 22">
            <a:extLst>
              <a:ext uri="{FF2B5EF4-FFF2-40B4-BE49-F238E27FC236}">
                <a16:creationId xmlns:a16="http://schemas.microsoft.com/office/drawing/2014/main" id="{6A082F1F-B7AA-B1F1-651D-11848654BF02}"/>
              </a:ext>
            </a:extLst>
          </p:cNvPr>
          <p:cNvSpPr txBox="1"/>
          <p:nvPr/>
        </p:nvSpPr>
        <p:spPr>
          <a:xfrm>
            <a:off x="1252295" y="5793124"/>
            <a:ext cx="4413025" cy="615553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9pPr>
          </a:lstStyle>
          <a:p>
            <a:pPr marL="380365" indent="-380365">
              <a:buClr>
                <a:srgbClr val="42A86E"/>
              </a:buClr>
              <a:buFont typeface="Arial" panose="020B0604020202020204" pitchFamily="34" charset="0"/>
              <a:buChar char="•"/>
            </a:pPr>
            <a:r>
              <a:rPr lang="fr-FR" sz="1600" err="1">
                <a:solidFill>
                  <a:srgbClr val="3E3D47"/>
                </a:solidFill>
                <a:cs typeface="Segoe UI"/>
              </a:rPr>
              <a:t>Nozzle</a:t>
            </a:r>
            <a:r>
              <a:rPr lang="fr-FR" sz="1600">
                <a:solidFill>
                  <a:srgbClr val="3E3D47"/>
                </a:solidFill>
                <a:cs typeface="Segoe UI"/>
              </a:rPr>
              <a:t> and Blade CFM56 &amp; LEAP</a:t>
            </a:r>
          </a:p>
          <a:p>
            <a:pPr marL="380365" indent="-380365">
              <a:buClr>
                <a:srgbClr val="42A86E"/>
              </a:buClr>
              <a:buFont typeface="Arial" panose="020B0604020202020204" pitchFamily="34" charset="0"/>
              <a:buChar char="•"/>
            </a:pPr>
            <a:r>
              <a:rPr lang="fr-FR" sz="1600">
                <a:solidFill>
                  <a:srgbClr val="3E3D47"/>
                </a:solidFill>
                <a:cs typeface="Segoe UI"/>
              </a:rPr>
              <a:t>Parts </a:t>
            </a:r>
            <a:r>
              <a:rPr lang="fr-FR" sz="1600" err="1">
                <a:solidFill>
                  <a:srgbClr val="3E3D47"/>
                </a:solidFill>
                <a:cs typeface="Segoe UI"/>
              </a:rPr>
              <a:t>oriented</a:t>
            </a:r>
            <a:r>
              <a:rPr lang="fr-FR" sz="1600">
                <a:solidFill>
                  <a:srgbClr val="3E3D47"/>
                </a:solidFill>
                <a:cs typeface="Segoe UI"/>
              </a:rPr>
              <a:t> </a:t>
            </a:r>
            <a:r>
              <a:rPr lang="fr-FR" sz="1600" err="1">
                <a:solidFill>
                  <a:srgbClr val="3E3D47"/>
                </a:solidFill>
                <a:cs typeface="Segoe UI"/>
              </a:rPr>
              <a:t>scrap</a:t>
            </a:r>
          </a:p>
        </p:txBody>
      </p:sp>
      <p:sp>
        <p:nvSpPr>
          <p:cNvPr id="23" name="ZoneTexte 23">
            <a:extLst>
              <a:ext uri="{FF2B5EF4-FFF2-40B4-BE49-F238E27FC236}">
                <a16:creationId xmlns:a16="http://schemas.microsoft.com/office/drawing/2014/main" id="{C91D9B9C-F636-40CE-F4FF-1DC753353F70}"/>
              </a:ext>
            </a:extLst>
          </p:cNvPr>
          <p:cNvSpPr txBox="1"/>
          <p:nvPr/>
        </p:nvSpPr>
        <p:spPr>
          <a:xfrm>
            <a:off x="6090890" y="5775810"/>
            <a:ext cx="5222555" cy="615553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70E1D"/>
                </a:solidFill>
                <a:latin typeface="Segoe UI"/>
              </a:defRPr>
            </a:lvl9pPr>
          </a:lstStyle>
          <a:p>
            <a:pPr marL="380365" indent="-380365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fr-FR" sz="1600">
                <a:solidFill>
                  <a:srgbClr val="7D7B8D">
                    <a:lumMod val="50000"/>
                  </a:srgbClr>
                </a:solidFill>
              </a:rPr>
              <a:t>Parts </a:t>
            </a:r>
            <a:r>
              <a:rPr lang="fr-FR" sz="1600" err="1">
                <a:solidFill>
                  <a:srgbClr val="7D7B8D">
                    <a:lumMod val="50000"/>
                  </a:srgbClr>
                </a:solidFill>
              </a:rPr>
              <a:t>with</a:t>
            </a:r>
            <a:r>
              <a:rPr lang="fr-FR" sz="1600">
                <a:solidFill>
                  <a:srgbClr val="7D7B8D">
                    <a:lumMod val="50000"/>
                  </a:srgbClr>
                </a:solidFill>
              </a:rPr>
              <a:t> GE Engineering </a:t>
            </a:r>
            <a:r>
              <a:rPr lang="fr-FR" sz="1600" err="1">
                <a:solidFill>
                  <a:srgbClr val="7D7B8D">
                    <a:lumMod val="50000"/>
                  </a:srgbClr>
                </a:solidFill>
              </a:rPr>
              <a:t>analysis</a:t>
            </a:r>
            <a:r>
              <a:rPr lang="fr-FR" sz="1600">
                <a:solidFill>
                  <a:srgbClr val="7D7B8D">
                    <a:lumMod val="50000"/>
                  </a:srgbClr>
                </a:solidFill>
              </a:rPr>
              <a:t> case (CSC case : 2%)</a:t>
            </a:r>
            <a:endParaRPr lang="en-US"/>
          </a:p>
        </p:txBody>
      </p:sp>
      <p:pic>
        <p:nvPicPr>
          <p:cNvPr id="1039" name="Picture 1038">
            <a:extLst>
              <a:ext uri="{FF2B5EF4-FFF2-40B4-BE49-F238E27FC236}">
                <a16:creationId xmlns:a16="http://schemas.microsoft.com/office/drawing/2014/main" id="{1A2FF343-72B9-4358-80EC-1B9B83199E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332454" y="2949155"/>
            <a:ext cx="2487284" cy="1879841"/>
          </a:xfrm>
          <a:prstGeom prst="rect">
            <a:avLst/>
          </a:prstGeom>
        </p:spPr>
      </p:pic>
      <p:pic>
        <p:nvPicPr>
          <p:cNvPr id="1060" name="Picture 1059">
            <a:extLst>
              <a:ext uri="{FF2B5EF4-FFF2-40B4-BE49-F238E27FC236}">
                <a16:creationId xmlns:a16="http://schemas.microsoft.com/office/drawing/2014/main" id="{9D53A76C-534E-FA45-154E-745351E2F90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4816417" y="2949155"/>
            <a:ext cx="2544793" cy="1822331"/>
          </a:xfrm>
          <a:prstGeom prst="rect">
            <a:avLst/>
          </a:prstGeom>
        </p:spPr>
      </p:pic>
      <p:pic>
        <p:nvPicPr>
          <p:cNvPr id="1061" name="Picture 1060">
            <a:extLst>
              <a:ext uri="{FF2B5EF4-FFF2-40B4-BE49-F238E27FC236}">
                <a16:creationId xmlns:a16="http://schemas.microsoft.com/office/drawing/2014/main" id="{671BBA28-E1E5-F7EE-A452-48F427FCB82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0652" r="-118" b="978"/>
          <a:stretch>
            <a:fillRect/>
          </a:stretch>
        </p:blipFill>
        <p:spPr>
          <a:xfrm>
            <a:off x="115317" y="2649493"/>
            <a:ext cx="2292817" cy="2261342"/>
          </a:xfrm>
          <a:prstGeom prst="rect">
            <a:avLst/>
          </a:prstGeom>
        </p:spPr>
      </p:pic>
      <p:pic>
        <p:nvPicPr>
          <p:cNvPr id="1063" name="Picture 1062" title="Graphique de progression d’autocollants de classe">
            <a:extLst>
              <a:ext uri="{FF2B5EF4-FFF2-40B4-BE49-F238E27FC236}">
                <a16:creationId xmlns:a16="http://schemas.microsoft.com/office/drawing/2014/main" id="{94D586E1-3997-1897-945F-46E4F03D2C5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73547" y="2875471"/>
            <a:ext cx="2228491" cy="1811548"/>
          </a:xfrm>
          <a:prstGeom prst="rect">
            <a:avLst/>
          </a:prstGeom>
        </p:spPr>
      </p:pic>
      <p:pic>
        <p:nvPicPr>
          <p:cNvPr id="4" name="Picture 3" descr="French Relance Stock Illustrations – 2 French Relance Stock ...">
            <a:extLst>
              <a:ext uri="{FF2B5EF4-FFF2-40B4-BE49-F238E27FC236}">
                <a16:creationId xmlns:a16="http://schemas.microsoft.com/office/drawing/2014/main" id="{6517F2D6-A286-0AE5-6759-57789C2EA12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90981" y="3226729"/>
            <a:ext cx="2401020" cy="131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207386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5709E-E161-A98C-6334-98861B79C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Footer Placeholder 1">
            <a:extLst>
              <a:ext uri="{FF2B5EF4-FFF2-40B4-BE49-F238E27FC236}">
                <a16:creationId xmlns:a16="http://schemas.microsoft.com/office/drawing/2014/main" id="{5847CBFC-A00F-F05F-E05A-480A49BB7F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82" y="6343826"/>
            <a:ext cx="8944271" cy="17250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fr-FR"/>
              <a:t>Department / Company / Date (menu "Insert / Header and footer" – “Insertion / En-tête et pied de page”)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478034-5C6C-0288-45A0-6E3A75BBD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843" y="1335205"/>
            <a:ext cx="6438325" cy="4828744"/>
          </a:xfrm>
          <a:prstGeom prst="rect">
            <a:avLst/>
          </a:prstGeom>
          <a:noFill/>
        </p:spPr>
      </p:pic>
      <p:sp>
        <p:nvSpPr>
          <p:cNvPr id="605" name="Titre 3">
            <a:extLst>
              <a:ext uri="{FF2B5EF4-FFF2-40B4-BE49-F238E27FC236}">
                <a16:creationId xmlns:a16="http://schemas.microsoft.com/office/drawing/2014/main" id="{F43C1203-ED4C-5FD4-0432-CFF43F2090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635" y="256378"/>
            <a:ext cx="11413296" cy="56920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1600" b="1"/>
              <a:t>Team #3 : Lead Time Reduction for Non </a:t>
            </a:r>
            <a:r>
              <a:rPr lang="fr-FR" sz="1600" b="1" err="1"/>
              <a:t>conformity</a:t>
            </a:r>
            <a:r>
              <a:rPr lang="fr-FR" sz="1600" b="1"/>
              <a:t> </a:t>
            </a:r>
            <a:r>
              <a:rPr lang="fr-FR" sz="1600" b="1" err="1"/>
              <a:t>treatment</a:t>
            </a:r>
            <a:r>
              <a:rPr lang="fr-FR" sz="1600" b="1"/>
              <a:t> (NNC)</a:t>
            </a:r>
            <a:br>
              <a:rPr lang="fr-FR" sz="1600" b="1"/>
            </a:br>
            <a:r>
              <a:rPr lang="fr-FR" sz="1600"/>
              <a:t>Standard Work Combination </a:t>
            </a:r>
            <a:r>
              <a:rPr lang="fr-FR" sz="1600" err="1"/>
              <a:t>Sheet</a:t>
            </a:r>
            <a:r>
              <a:rPr lang="fr-FR" sz="1600"/>
              <a:t> – </a:t>
            </a:r>
            <a:r>
              <a:rPr lang="fr-FR" sz="1600" err="1"/>
              <a:t>current</a:t>
            </a:r>
            <a:r>
              <a:rPr lang="fr-FR" sz="1600"/>
              <a:t> state</a:t>
            </a:r>
          </a:p>
        </p:txBody>
      </p:sp>
    </p:spTree>
    <p:extLst>
      <p:ext uri="{BB962C8B-B14F-4D97-AF65-F5344CB8AC3E}">
        <p14:creationId xmlns:p14="http://schemas.microsoft.com/office/powerpoint/2010/main" val="3344603584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ORPORATE">
  <a:themeElements>
    <a:clrScheme name="Corporate">
      <a:dk1>
        <a:srgbClr val="070E1D"/>
      </a:dk1>
      <a:lt1>
        <a:srgbClr val="FFFFFF"/>
      </a:lt1>
      <a:dk2>
        <a:srgbClr val="474E67"/>
      </a:dk2>
      <a:lt2>
        <a:srgbClr val="7D7B8D"/>
      </a:lt2>
      <a:accent1>
        <a:srgbClr val="3B87CC"/>
      </a:accent1>
      <a:accent2>
        <a:srgbClr val="112753"/>
      </a:accent2>
      <a:accent3>
        <a:srgbClr val="EFF1F6"/>
      </a:accent3>
      <a:accent4>
        <a:srgbClr val="112753"/>
      </a:accent4>
      <a:accent5>
        <a:srgbClr val="3B87CC"/>
      </a:accent5>
      <a:accent6>
        <a:srgbClr val="000000"/>
      </a:accent6>
      <a:hlink>
        <a:srgbClr val="1265A2"/>
      </a:hlink>
      <a:folHlink>
        <a:srgbClr val="452BA2"/>
      </a:folHlink>
    </a:clrScheme>
    <a:fontScheme name="Personnalisé 1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SAFRAN_2022">
  <a:themeElements>
    <a:clrScheme name="Corporate">
      <a:dk1>
        <a:srgbClr val="070E1D"/>
      </a:dk1>
      <a:lt1>
        <a:srgbClr val="FFFFFF"/>
      </a:lt1>
      <a:dk2>
        <a:srgbClr val="474E67"/>
      </a:dk2>
      <a:lt2>
        <a:srgbClr val="7D7B8D"/>
      </a:lt2>
      <a:accent1>
        <a:srgbClr val="3B87CC"/>
      </a:accent1>
      <a:accent2>
        <a:srgbClr val="112753"/>
      </a:accent2>
      <a:accent3>
        <a:srgbClr val="EFF1F6"/>
      </a:accent3>
      <a:accent4>
        <a:srgbClr val="112753"/>
      </a:accent4>
      <a:accent5>
        <a:srgbClr val="3B87CC"/>
      </a:accent5>
      <a:accent6>
        <a:srgbClr val="000000"/>
      </a:accent6>
      <a:hlink>
        <a:srgbClr val="1265A2"/>
      </a:hlink>
      <a:folHlink>
        <a:srgbClr val="452BA2"/>
      </a:folHlink>
    </a:clrScheme>
    <a:fontScheme name="Personnalisé 1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AFRAN_2022" id="{C5949D78-48D1-4EA3-BDC0-46C36FFA6D38}" vid="{2E4DFBA5-F2FF-4E51-A741-D3DF1C298933}"/>
    </a:ext>
  </a:extLst>
</a:theme>
</file>

<file path=ppt/theme/theme4.xml><?xml version="1.0" encoding="utf-8"?>
<a:theme xmlns:a="http://schemas.openxmlformats.org/drawingml/2006/main" name="2_CORPORATE">
  <a:themeElements>
    <a:clrScheme name="CORPORATE">
      <a:dk1>
        <a:srgbClr val="070E1D"/>
      </a:dk1>
      <a:lt1>
        <a:srgbClr val="1E3C7C"/>
      </a:lt1>
      <a:dk2>
        <a:srgbClr val="A7A7A7"/>
      </a:dk2>
      <a:lt2>
        <a:srgbClr val="535353"/>
      </a:lt2>
      <a:accent1>
        <a:srgbClr val="3B87CC"/>
      </a:accent1>
      <a:accent2>
        <a:srgbClr val="112753"/>
      </a:accent2>
      <a:accent3>
        <a:srgbClr val="EFF1F6"/>
      </a:accent3>
      <a:accent4>
        <a:srgbClr val="0A162E"/>
      </a:accent4>
      <a:accent5>
        <a:srgbClr val="214C72"/>
      </a:accent5>
      <a:accent6>
        <a:srgbClr val="707070"/>
      </a:accent6>
      <a:hlink>
        <a:srgbClr val="0000FF"/>
      </a:hlink>
      <a:folHlink>
        <a:srgbClr val="FF00FF"/>
      </a:folHlink>
    </a:clrScheme>
    <a:fontScheme name="CORPORAT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CORPOR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70E1D"/>
            </a:solidFill>
            <a:effectLst/>
            <a:uFillTx/>
            <a:latin typeface="Segoe UI"/>
            <a:ea typeface="Segoe UI"/>
            <a:cs typeface="Segoe UI"/>
            <a:sym typeface="Segoe U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70E1D"/>
            </a:solidFill>
            <a:effectLst/>
            <a:uFillTx/>
            <a:latin typeface="Segoe UI"/>
            <a:ea typeface="Segoe UI"/>
            <a:cs typeface="Segoe UI"/>
            <a:sym typeface="Segoe U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C508375C38204EA9469B70BCE91B65" ma:contentTypeVersion="13" ma:contentTypeDescription="Create a new document." ma:contentTypeScope="" ma:versionID="c96faa17770876de5ee89d34d004a3db">
  <xsd:schema xmlns:xsd="http://www.w3.org/2001/XMLSchema" xmlns:xs="http://www.w3.org/2001/XMLSchema" xmlns:p="http://schemas.microsoft.com/office/2006/metadata/properties" xmlns:ns2="bda9d086-4468-4efa-956a-4a8d085d1a7f" xmlns:ns3="29abae96-a248-4d72-8107-81d11a44a235" targetNamespace="http://schemas.microsoft.com/office/2006/metadata/properties" ma:root="true" ma:fieldsID="8b81ef3250a340c0f449dcb994dd339a" ns2:_="" ns3:_="">
    <xsd:import namespace="bda9d086-4468-4efa-956a-4a8d085d1a7f"/>
    <xsd:import namespace="29abae96-a248-4d72-8107-81d11a44a2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BillingMetadata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a9d086-4468-4efa-956a-4a8d085d1a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247f590e-ebc3-472e-9088-f38ef52e46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abae96-a248-4d72-8107-81d11a44a235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e65a98b0-40ad-4c9c-960d-33e9a1af4bd8}" ma:internalName="TaxCatchAll" ma:showField="CatchAllData" ma:web="29abae96-a248-4d72-8107-81d11a44a2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abae96-a248-4d72-8107-81d11a44a235" xsi:nil="true"/>
    <lcf76f155ced4ddcb4097134ff3c332f xmlns="bda9d086-4468-4efa-956a-4a8d085d1a7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D6A2F7-C255-4B49-91B6-060F500D3C28}">
  <ds:schemaRefs>
    <ds:schemaRef ds:uri="29abae96-a248-4d72-8107-81d11a44a235"/>
    <ds:schemaRef ds:uri="bda9d086-4468-4efa-956a-4a8d085d1a7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F392909-7D4F-4289-8316-546A72DF0D65}">
  <ds:schemaRefs>
    <ds:schemaRef ds:uri="29abae96-a248-4d72-8107-81d11a44a235"/>
    <ds:schemaRef ds:uri="bda9d086-4468-4efa-956a-4a8d085d1a7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11F9876-0905-48A4-8A71-002DAD04641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24ffcea-f25b-491e-9dc9-834516f3550e}" enabled="1" method="Standard" siteId="{d52b49b7-0c8f-4d89-8c4f-f20517306e0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CORPORATE</vt:lpstr>
      <vt:lpstr>Thème Office</vt:lpstr>
      <vt:lpstr>SAFRAN_2022</vt:lpstr>
      <vt:lpstr>2_CORPORATE</vt:lpstr>
      <vt:lpstr>KAIZEN Team # 1  Lead Time Reduction for non conformity treatment  CHA  LEADER and Deputy : NAME, NAME</vt:lpstr>
      <vt:lpstr>Team #3 : Lead Time Reduction for Non conformity treatment (NNC) Team</vt:lpstr>
      <vt:lpstr>Team #3 : Lead Time Reduction for Non conformity treatment (NNC) Problem Description / 6 pack</vt:lpstr>
      <vt:lpstr>Team #3 : Lead Time Reduction for Non conformity treatment (NNC) Target</vt:lpstr>
      <vt:lpstr>Team #3 : Lead Time Reduction for Non conformity treatment (NNC) Macro Process and Scope</vt:lpstr>
      <vt:lpstr>Team #3 : Lead Time Reduction for Non conformity treatment (NNC) Standard Work Combination Sheet – current state</vt:lpstr>
    </vt:vector>
  </TitlesOfParts>
  <Company>SAFRAN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Julien (SAFRAN AIRCRAFT ENGINES)</dc:creator>
  <cp:revision>1</cp:revision>
  <cp:lastPrinted>2026-05-28T16:41:58Z</cp:lastPrinted>
  <dcterms:created xsi:type="dcterms:W3CDTF">2026-04-10T07:37:00Z</dcterms:created>
  <dcterms:modified xsi:type="dcterms:W3CDTF">2026-09-21T13:33:18Z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24ffcea-f25b-491e-9dc9-834516f3550e_Enabled">
    <vt:lpwstr>true</vt:lpwstr>
  </property>
  <property fmtid="{D5CDD505-2E9C-101B-9397-08002B2CF9AE}" pid="3" name="MSIP_Label_024ffcea-f25b-491e-9dc9-834516f3550e_SetDate">
    <vt:lpwstr>2026-04-10T08:23:49Z</vt:lpwstr>
  </property>
  <property fmtid="{D5CDD505-2E9C-101B-9397-08002B2CF9AE}" pid="4" name="MSIP_Label_024ffcea-f25b-491e-9dc9-834516f3550e_Method">
    <vt:lpwstr>Standard</vt:lpwstr>
  </property>
  <property fmtid="{D5CDD505-2E9C-101B-9397-08002B2CF9AE}" pid="5" name="MSIP_Label_024ffcea-f25b-491e-9dc9-834516f3550e_Name">
    <vt:lpwstr>C2 - restricted</vt:lpwstr>
  </property>
  <property fmtid="{D5CDD505-2E9C-101B-9397-08002B2CF9AE}" pid="6" name="MSIP_Label_024ffcea-f25b-491e-9dc9-834516f3550e_SiteId">
    <vt:lpwstr>d52b49b7-0c8f-4d89-8c4f-f20517306e08</vt:lpwstr>
  </property>
  <property fmtid="{D5CDD505-2E9C-101B-9397-08002B2CF9AE}" pid="7" name="MSIP_Label_024ffcea-f25b-491e-9dc9-834516f3550e_ActionId">
    <vt:lpwstr>b5e55200-ff81-4276-83b3-d7ea4e36c1e1</vt:lpwstr>
  </property>
  <property fmtid="{D5CDD505-2E9C-101B-9397-08002B2CF9AE}" pid="8" name="MSIP_Label_024ffcea-f25b-491e-9dc9-834516f3550e_ContentBits">
    <vt:lpwstr>1</vt:lpwstr>
  </property>
  <property fmtid="{D5CDD505-2E9C-101B-9397-08002B2CF9AE}" pid="9" name="MSIP_Label_024ffcea-f25b-491e-9dc9-834516f3550e_Tag">
    <vt:lpwstr>10, 3, 0, 1</vt:lpwstr>
  </property>
  <property fmtid="{D5CDD505-2E9C-101B-9397-08002B2CF9AE}" pid="10" name="ClassificationContentMarkingHeaderLocations">
    <vt:lpwstr>Thème Office:8</vt:lpwstr>
  </property>
  <property fmtid="{D5CDD505-2E9C-101B-9397-08002B2CF9AE}" pid="11" name="ClassificationContentMarkingHeaderText">
    <vt:lpwstr>C2 - Confidential</vt:lpwstr>
  </property>
  <property fmtid="{D5CDD505-2E9C-101B-9397-08002B2CF9AE}" pid="12" name="ContentTypeId">
    <vt:lpwstr>0x01010068C508375C38204EA9469B70BCE91B65</vt:lpwstr>
  </property>
  <property fmtid="{D5CDD505-2E9C-101B-9397-08002B2CF9AE}" pid="13" name="MediaServiceImageTags">
    <vt:lpwstr/>
  </property>
</Properties>
</file>